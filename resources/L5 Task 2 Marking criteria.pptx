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75" r:id="rId6"/>
    <p:sldId id="261" r:id="rId7"/>
    <p:sldId id="257" r:id="rId8"/>
    <p:sldId id="258" r:id="rId9"/>
    <p:sldId id="259" r:id="rId10"/>
    <p:sldId id="260" r:id="rId11"/>
    <p:sldId id="276"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7BA188-2E68-D23F-D74B-FB9E699445FF}" v="18" dt="2025-12-08T09:51:36.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zena Stansfield" userId="S::110902@newdur.ac.uk::b1d55e24-087a-4f8d-a8ed-e198d47a0d56" providerId="AD" clId="Web-{EA7BA188-2E68-D23F-D74B-FB9E699445FF}"/>
    <pc:docChg chg="modSld">
      <pc:chgData name="Bozena Stansfield" userId="S::110902@newdur.ac.uk::b1d55e24-087a-4f8d-a8ed-e198d47a0d56" providerId="AD" clId="Web-{EA7BA188-2E68-D23F-D74B-FB9E699445FF}" dt="2025-12-08T09:51:36.327" v="16" actId="20577"/>
      <pc:docMkLst>
        <pc:docMk/>
      </pc:docMkLst>
      <pc:sldChg chg="modSp">
        <pc:chgData name="Bozena Stansfield" userId="S::110902@newdur.ac.uk::b1d55e24-087a-4f8d-a8ed-e198d47a0d56" providerId="AD" clId="Web-{EA7BA188-2E68-D23F-D74B-FB9E699445FF}" dt="2025-12-08T09:50:03.244" v="1" actId="20577"/>
        <pc:sldMkLst>
          <pc:docMk/>
          <pc:sldMk cId="1472987195" sldId="259"/>
        </pc:sldMkLst>
        <pc:spChg chg="mod">
          <ac:chgData name="Bozena Stansfield" userId="S::110902@newdur.ac.uk::b1d55e24-087a-4f8d-a8ed-e198d47a0d56" providerId="AD" clId="Web-{EA7BA188-2E68-D23F-D74B-FB9E699445FF}" dt="2025-12-08T09:50:03.244" v="1" actId="20577"/>
          <ac:spMkLst>
            <pc:docMk/>
            <pc:sldMk cId="1472987195" sldId="259"/>
            <ac:spMk id="4" creationId="{A25A3491-34ED-A947-0843-5C370EDA3AA7}"/>
          </ac:spMkLst>
        </pc:spChg>
      </pc:sldChg>
      <pc:sldChg chg="modSp">
        <pc:chgData name="Bozena Stansfield" userId="S::110902@newdur.ac.uk::b1d55e24-087a-4f8d-a8ed-e198d47a0d56" providerId="AD" clId="Web-{EA7BA188-2E68-D23F-D74B-FB9E699445FF}" dt="2025-12-08T09:51:36.327" v="16" actId="20577"/>
        <pc:sldMkLst>
          <pc:docMk/>
          <pc:sldMk cId="277810121" sldId="263"/>
        </pc:sldMkLst>
        <pc:spChg chg="mod">
          <ac:chgData name="Bozena Stansfield" userId="S::110902@newdur.ac.uk::b1d55e24-087a-4f8d-a8ed-e198d47a0d56" providerId="AD" clId="Web-{EA7BA188-2E68-D23F-D74B-FB9E699445FF}" dt="2025-12-08T09:51:36.327" v="16" actId="20577"/>
          <ac:spMkLst>
            <pc:docMk/>
            <pc:sldMk cId="277810121" sldId="263"/>
            <ac:spMk id="3" creationId="{5F7C4B82-5E4C-56A6-850A-F3F2BCAB31E8}"/>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4F6CBD-D51C-4EE7-B8BA-F81C099B3EB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1AE03BC-CCDB-49BF-A66C-06CF7F25BBE8}">
      <dgm:prSet/>
      <dgm:spPr/>
      <dgm:t>
        <a:bodyPr/>
        <a:lstStyle/>
        <a:p>
          <a:r>
            <a:rPr lang="en-US"/>
            <a:t>Justification and commenting</a:t>
          </a:r>
        </a:p>
      </dgm:t>
    </dgm:pt>
    <dgm:pt modelId="{F71D169A-3325-47B4-AEA7-3C722FB4219F}" type="parTrans" cxnId="{BA36DB7D-F135-4683-BC24-EE986AE683FF}">
      <dgm:prSet/>
      <dgm:spPr/>
      <dgm:t>
        <a:bodyPr/>
        <a:lstStyle/>
        <a:p>
          <a:endParaRPr lang="en-US"/>
        </a:p>
      </dgm:t>
    </dgm:pt>
    <dgm:pt modelId="{0F099E6A-B3C4-4AAE-A594-FC7664CBF748}" type="sibTrans" cxnId="{BA36DB7D-F135-4683-BC24-EE986AE683FF}">
      <dgm:prSet/>
      <dgm:spPr/>
      <dgm:t>
        <a:bodyPr/>
        <a:lstStyle/>
        <a:p>
          <a:endParaRPr lang="en-US"/>
        </a:p>
      </dgm:t>
    </dgm:pt>
    <dgm:pt modelId="{173230B5-89C5-4BBD-8398-E85795B28FE1}">
      <dgm:prSet/>
      <dgm:spPr/>
      <dgm:t>
        <a:bodyPr/>
        <a:lstStyle/>
        <a:p>
          <a:r>
            <a:rPr lang="en-US"/>
            <a:t>Legal and regulatory guidelines and standards</a:t>
          </a:r>
        </a:p>
      </dgm:t>
    </dgm:pt>
    <dgm:pt modelId="{0A503C0D-93C3-4906-8728-2E48B6596595}" type="parTrans" cxnId="{6F08190C-B97D-446D-827E-4C8A673100DA}">
      <dgm:prSet/>
      <dgm:spPr/>
      <dgm:t>
        <a:bodyPr/>
        <a:lstStyle/>
        <a:p>
          <a:endParaRPr lang="en-US"/>
        </a:p>
      </dgm:t>
    </dgm:pt>
    <dgm:pt modelId="{7D4EB39D-D4A3-46C2-B046-E92E23CECF09}" type="sibTrans" cxnId="{6F08190C-B97D-446D-827E-4C8A673100DA}">
      <dgm:prSet/>
      <dgm:spPr/>
      <dgm:t>
        <a:bodyPr/>
        <a:lstStyle/>
        <a:p>
          <a:endParaRPr lang="en-US"/>
        </a:p>
      </dgm:t>
    </dgm:pt>
    <dgm:pt modelId="{3C3A390B-9BA1-4171-9E59-C01176F843B4}">
      <dgm:prSet/>
      <dgm:spPr/>
      <dgm:t>
        <a:bodyPr/>
        <a:lstStyle/>
        <a:p>
          <a:r>
            <a:rPr lang="en-US"/>
            <a:t>Testing</a:t>
          </a:r>
        </a:p>
      </dgm:t>
    </dgm:pt>
    <dgm:pt modelId="{55C5D83D-8169-4D88-AA1A-E10C8375D971}" type="parTrans" cxnId="{686F07D3-BDC8-4092-8FB3-93F621ED2DA3}">
      <dgm:prSet/>
      <dgm:spPr/>
      <dgm:t>
        <a:bodyPr/>
        <a:lstStyle/>
        <a:p>
          <a:endParaRPr lang="en-US"/>
        </a:p>
      </dgm:t>
    </dgm:pt>
    <dgm:pt modelId="{B185458D-4F7F-4BBC-95E7-0B91718E20DC}" type="sibTrans" cxnId="{686F07D3-BDC8-4092-8FB3-93F621ED2DA3}">
      <dgm:prSet/>
      <dgm:spPr/>
      <dgm:t>
        <a:bodyPr/>
        <a:lstStyle/>
        <a:p>
          <a:endParaRPr lang="en-US"/>
        </a:p>
      </dgm:t>
    </dgm:pt>
    <dgm:pt modelId="{3D95A561-912C-46A7-AC81-67C8F6D80280}" type="pres">
      <dgm:prSet presAssocID="{454F6CBD-D51C-4EE7-B8BA-F81C099B3EB6}" presName="root" presStyleCnt="0">
        <dgm:presLayoutVars>
          <dgm:dir/>
          <dgm:resizeHandles val="exact"/>
        </dgm:presLayoutVars>
      </dgm:prSet>
      <dgm:spPr/>
    </dgm:pt>
    <dgm:pt modelId="{A1824AFE-3A1F-4B8D-90C1-E08BCA062B55}" type="pres">
      <dgm:prSet presAssocID="{51AE03BC-CCDB-49BF-A66C-06CF7F25BBE8}" presName="compNode" presStyleCnt="0"/>
      <dgm:spPr/>
    </dgm:pt>
    <dgm:pt modelId="{FD486A9D-5F01-4D25-AF15-4916A02EE90B}" type="pres">
      <dgm:prSet presAssocID="{51AE03BC-CCDB-49BF-A66C-06CF7F25BBE8}" presName="bgRect" presStyleLbl="bgShp" presStyleIdx="0" presStyleCnt="3"/>
      <dgm:spPr/>
    </dgm:pt>
    <dgm:pt modelId="{5C8C17F3-E0F0-402A-B810-0FA75BD9F7E8}" type="pres">
      <dgm:prSet presAssocID="{51AE03BC-CCDB-49BF-A66C-06CF7F25BBE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AABFB215-6AB3-4E5D-8344-ED4A4DE77C78}" type="pres">
      <dgm:prSet presAssocID="{51AE03BC-CCDB-49BF-A66C-06CF7F25BBE8}" presName="spaceRect" presStyleCnt="0"/>
      <dgm:spPr/>
    </dgm:pt>
    <dgm:pt modelId="{8FFE6B23-45BA-4DC1-85AC-F0B6635A247B}" type="pres">
      <dgm:prSet presAssocID="{51AE03BC-CCDB-49BF-A66C-06CF7F25BBE8}" presName="parTx" presStyleLbl="revTx" presStyleIdx="0" presStyleCnt="3">
        <dgm:presLayoutVars>
          <dgm:chMax val="0"/>
          <dgm:chPref val="0"/>
        </dgm:presLayoutVars>
      </dgm:prSet>
      <dgm:spPr/>
    </dgm:pt>
    <dgm:pt modelId="{DBF185A9-ECCB-4AA3-88FA-8FC299A7AB7F}" type="pres">
      <dgm:prSet presAssocID="{0F099E6A-B3C4-4AAE-A594-FC7664CBF748}" presName="sibTrans" presStyleCnt="0"/>
      <dgm:spPr/>
    </dgm:pt>
    <dgm:pt modelId="{6C36479F-A1DB-4080-96BA-4C99DF93C2FF}" type="pres">
      <dgm:prSet presAssocID="{173230B5-89C5-4BBD-8398-E85795B28FE1}" presName="compNode" presStyleCnt="0"/>
      <dgm:spPr/>
    </dgm:pt>
    <dgm:pt modelId="{610F15B7-768C-469F-8DDD-51CBC5368437}" type="pres">
      <dgm:prSet presAssocID="{173230B5-89C5-4BBD-8398-E85795B28FE1}" presName="bgRect" presStyleLbl="bgShp" presStyleIdx="1" presStyleCnt="3"/>
      <dgm:spPr/>
    </dgm:pt>
    <dgm:pt modelId="{A5D932CB-7EE3-4189-9229-6A8407E992CB}" type="pres">
      <dgm:prSet presAssocID="{173230B5-89C5-4BBD-8398-E85795B28FE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3258C0A2-9E05-450B-AE0E-F1F040D9BB36}" type="pres">
      <dgm:prSet presAssocID="{173230B5-89C5-4BBD-8398-E85795B28FE1}" presName="spaceRect" presStyleCnt="0"/>
      <dgm:spPr/>
    </dgm:pt>
    <dgm:pt modelId="{349DCCEF-9034-45C8-A6A5-9C19B56F2F35}" type="pres">
      <dgm:prSet presAssocID="{173230B5-89C5-4BBD-8398-E85795B28FE1}" presName="parTx" presStyleLbl="revTx" presStyleIdx="1" presStyleCnt="3">
        <dgm:presLayoutVars>
          <dgm:chMax val="0"/>
          <dgm:chPref val="0"/>
        </dgm:presLayoutVars>
      </dgm:prSet>
      <dgm:spPr/>
    </dgm:pt>
    <dgm:pt modelId="{D26C8E6E-0409-4E3C-AA37-DF08CBBFDD89}" type="pres">
      <dgm:prSet presAssocID="{7D4EB39D-D4A3-46C2-B046-E92E23CECF09}" presName="sibTrans" presStyleCnt="0"/>
      <dgm:spPr/>
    </dgm:pt>
    <dgm:pt modelId="{8A8450EA-8B00-45B9-BD4B-B4881571AA00}" type="pres">
      <dgm:prSet presAssocID="{3C3A390B-9BA1-4171-9E59-C01176F843B4}" presName="compNode" presStyleCnt="0"/>
      <dgm:spPr/>
    </dgm:pt>
    <dgm:pt modelId="{903317B3-C457-4503-9A55-9DB05E4C441E}" type="pres">
      <dgm:prSet presAssocID="{3C3A390B-9BA1-4171-9E59-C01176F843B4}" presName="bgRect" presStyleLbl="bgShp" presStyleIdx="2" presStyleCnt="3"/>
      <dgm:spPr/>
    </dgm:pt>
    <dgm:pt modelId="{665A6870-59EC-4B32-A2E0-59F925BF1BD0}" type="pres">
      <dgm:prSet presAssocID="{3C3A390B-9BA1-4171-9E59-C01176F843B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st tubes"/>
        </a:ext>
      </dgm:extLst>
    </dgm:pt>
    <dgm:pt modelId="{18ED854F-7208-4278-B6BB-FE435861E3E4}" type="pres">
      <dgm:prSet presAssocID="{3C3A390B-9BA1-4171-9E59-C01176F843B4}" presName="spaceRect" presStyleCnt="0"/>
      <dgm:spPr/>
    </dgm:pt>
    <dgm:pt modelId="{CA12B4E3-0A58-499B-9C87-F7091293DB72}" type="pres">
      <dgm:prSet presAssocID="{3C3A390B-9BA1-4171-9E59-C01176F843B4}" presName="parTx" presStyleLbl="revTx" presStyleIdx="2" presStyleCnt="3">
        <dgm:presLayoutVars>
          <dgm:chMax val="0"/>
          <dgm:chPref val="0"/>
        </dgm:presLayoutVars>
      </dgm:prSet>
      <dgm:spPr/>
    </dgm:pt>
  </dgm:ptLst>
  <dgm:cxnLst>
    <dgm:cxn modelId="{6F08190C-B97D-446D-827E-4C8A673100DA}" srcId="{454F6CBD-D51C-4EE7-B8BA-F81C099B3EB6}" destId="{173230B5-89C5-4BBD-8398-E85795B28FE1}" srcOrd="1" destOrd="0" parTransId="{0A503C0D-93C3-4906-8728-2E48B6596595}" sibTransId="{7D4EB39D-D4A3-46C2-B046-E92E23CECF09}"/>
    <dgm:cxn modelId="{8294E56D-8BE1-4127-8C6D-BD675E8FC26E}" type="presOf" srcId="{173230B5-89C5-4BBD-8398-E85795B28FE1}" destId="{349DCCEF-9034-45C8-A6A5-9C19B56F2F35}" srcOrd="0" destOrd="0" presId="urn:microsoft.com/office/officeart/2018/2/layout/IconVerticalSolidList"/>
    <dgm:cxn modelId="{BA36DB7D-F135-4683-BC24-EE986AE683FF}" srcId="{454F6CBD-D51C-4EE7-B8BA-F81C099B3EB6}" destId="{51AE03BC-CCDB-49BF-A66C-06CF7F25BBE8}" srcOrd="0" destOrd="0" parTransId="{F71D169A-3325-47B4-AEA7-3C722FB4219F}" sibTransId="{0F099E6A-B3C4-4AAE-A594-FC7664CBF748}"/>
    <dgm:cxn modelId="{BF1DBDB3-6AAE-4BF2-B003-BD36FF742877}" type="presOf" srcId="{3C3A390B-9BA1-4171-9E59-C01176F843B4}" destId="{CA12B4E3-0A58-499B-9C87-F7091293DB72}" srcOrd="0" destOrd="0" presId="urn:microsoft.com/office/officeart/2018/2/layout/IconVerticalSolidList"/>
    <dgm:cxn modelId="{686F07D3-BDC8-4092-8FB3-93F621ED2DA3}" srcId="{454F6CBD-D51C-4EE7-B8BA-F81C099B3EB6}" destId="{3C3A390B-9BA1-4171-9E59-C01176F843B4}" srcOrd="2" destOrd="0" parTransId="{55C5D83D-8169-4D88-AA1A-E10C8375D971}" sibTransId="{B185458D-4F7F-4BBC-95E7-0B91718E20DC}"/>
    <dgm:cxn modelId="{D15F12D3-62BF-4389-8A67-400B5325D14D}" type="presOf" srcId="{454F6CBD-D51C-4EE7-B8BA-F81C099B3EB6}" destId="{3D95A561-912C-46A7-AC81-67C8F6D80280}" srcOrd="0" destOrd="0" presId="urn:microsoft.com/office/officeart/2018/2/layout/IconVerticalSolidList"/>
    <dgm:cxn modelId="{BA65F4FD-9D08-4F84-8E8C-38142AA1A5B5}" type="presOf" srcId="{51AE03BC-CCDB-49BF-A66C-06CF7F25BBE8}" destId="{8FFE6B23-45BA-4DC1-85AC-F0B6635A247B}" srcOrd="0" destOrd="0" presId="urn:microsoft.com/office/officeart/2018/2/layout/IconVerticalSolidList"/>
    <dgm:cxn modelId="{6DF3996D-3A79-47C8-9FA5-AA1A4CC69711}" type="presParOf" srcId="{3D95A561-912C-46A7-AC81-67C8F6D80280}" destId="{A1824AFE-3A1F-4B8D-90C1-E08BCA062B55}" srcOrd="0" destOrd="0" presId="urn:microsoft.com/office/officeart/2018/2/layout/IconVerticalSolidList"/>
    <dgm:cxn modelId="{64E71647-7C9D-4A7C-9E57-F3AB346C013C}" type="presParOf" srcId="{A1824AFE-3A1F-4B8D-90C1-E08BCA062B55}" destId="{FD486A9D-5F01-4D25-AF15-4916A02EE90B}" srcOrd="0" destOrd="0" presId="urn:microsoft.com/office/officeart/2018/2/layout/IconVerticalSolidList"/>
    <dgm:cxn modelId="{864EC3B2-D6BD-4F60-888A-0106213D698F}" type="presParOf" srcId="{A1824AFE-3A1F-4B8D-90C1-E08BCA062B55}" destId="{5C8C17F3-E0F0-402A-B810-0FA75BD9F7E8}" srcOrd="1" destOrd="0" presId="urn:microsoft.com/office/officeart/2018/2/layout/IconVerticalSolidList"/>
    <dgm:cxn modelId="{6DA6DA03-CE80-4B17-934A-A07903F6DF9A}" type="presParOf" srcId="{A1824AFE-3A1F-4B8D-90C1-E08BCA062B55}" destId="{AABFB215-6AB3-4E5D-8344-ED4A4DE77C78}" srcOrd="2" destOrd="0" presId="urn:microsoft.com/office/officeart/2018/2/layout/IconVerticalSolidList"/>
    <dgm:cxn modelId="{22781E0D-2408-4F9C-BA5D-1DF9D59320E6}" type="presParOf" srcId="{A1824AFE-3A1F-4B8D-90C1-E08BCA062B55}" destId="{8FFE6B23-45BA-4DC1-85AC-F0B6635A247B}" srcOrd="3" destOrd="0" presId="urn:microsoft.com/office/officeart/2018/2/layout/IconVerticalSolidList"/>
    <dgm:cxn modelId="{6600BB04-26A3-4887-A38C-4BA4D4307113}" type="presParOf" srcId="{3D95A561-912C-46A7-AC81-67C8F6D80280}" destId="{DBF185A9-ECCB-4AA3-88FA-8FC299A7AB7F}" srcOrd="1" destOrd="0" presId="urn:microsoft.com/office/officeart/2018/2/layout/IconVerticalSolidList"/>
    <dgm:cxn modelId="{5D58A773-FFC1-405B-8DD1-FBDDE1491583}" type="presParOf" srcId="{3D95A561-912C-46A7-AC81-67C8F6D80280}" destId="{6C36479F-A1DB-4080-96BA-4C99DF93C2FF}" srcOrd="2" destOrd="0" presId="urn:microsoft.com/office/officeart/2018/2/layout/IconVerticalSolidList"/>
    <dgm:cxn modelId="{88AB70E2-1FE9-4F00-A673-441BA7A0457C}" type="presParOf" srcId="{6C36479F-A1DB-4080-96BA-4C99DF93C2FF}" destId="{610F15B7-768C-469F-8DDD-51CBC5368437}" srcOrd="0" destOrd="0" presId="urn:microsoft.com/office/officeart/2018/2/layout/IconVerticalSolidList"/>
    <dgm:cxn modelId="{EDCF58D6-4AE4-44ED-96B8-FE8C589E48D8}" type="presParOf" srcId="{6C36479F-A1DB-4080-96BA-4C99DF93C2FF}" destId="{A5D932CB-7EE3-4189-9229-6A8407E992CB}" srcOrd="1" destOrd="0" presId="urn:microsoft.com/office/officeart/2018/2/layout/IconVerticalSolidList"/>
    <dgm:cxn modelId="{9BF1ACD6-43BD-42DA-A1BB-ACA23D7A5BAC}" type="presParOf" srcId="{6C36479F-A1DB-4080-96BA-4C99DF93C2FF}" destId="{3258C0A2-9E05-450B-AE0E-F1F040D9BB36}" srcOrd="2" destOrd="0" presId="urn:microsoft.com/office/officeart/2018/2/layout/IconVerticalSolidList"/>
    <dgm:cxn modelId="{E83019B0-7D11-42D7-8598-2F2F480B2076}" type="presParOf" srcId="{6C36479F-A1DB-4080-96BA-4C99DF93C2FF}" destId="{349DCCEF-9034-45C8-A6A5-9C19B56F2F35}" srcOrd="3" destOrd="0" presId="urn:microsoft.com/office/officeart/2018/2/layout/IconVerticalSolidList"/>
    <dgm:cxn modelId="{8888375F-AB22-4687-A4F8-F8DC0FE218F5}" type="presParOf" srcId="{3D95A561-912C-46A7-AC81-67C8F6D80280}" destId="{D26C8E6E-0409-4E3C-AA37-DF08CBBFDD89}" srcOrd="3" destOrd="0" presId="urn:microsoft.com/office/officeart/2018/2/layout/IconVerticalSolidList"/>
    <dgm:cxn modelId="{E4A007EB-00CD-4853-9D98-888597E07473}" type="presParOf" srcId="{3D95A561-912C-46A7-AC81-67C8F6D80280}" destId="{8A8450EA-8B00-45B9-BD4B-B4881571AA00}" srcOrd="4" destOrd="0" presId="urn:microsoft.com/office/officeart/2018/2/layout/IconVerticalSolidList"/>
    <dgm:cxn modelId="{CEDAAA9B-6397-434D-93EB-6D82F39DE796}" type="presParOf" srcId="{8A8450EA-8B00-45B9-BD4B-B4881571AA00}" destId="{903317B3-C457-4503-9A55-9DB05E4C441E}" srcOrd="0" destOrd="0" presId="urn:microsoft.com/office/officeart/2018/2/layout/IconVerticalSolidList"/>
    <dgm:cxn modelId="{298888DD-9071-4B9E-BD6F-5DD8543D34C8}" type="presParOf" srcId="{8A8450EA-8B00-45B9-BD4B-B4881571AA00}" destId="{665A6870-59EC-4B32-A2E0-59F925BF1BD0}" srcOrd="1" destOrd="0" presId="urn:microsoft.com/office/officeart/2018/2/layout/IconVerticalSolidList"/>
    <dgm:cxn modelId="{4155496B-E4B0-4238-9D98-439905A719D6}" type="presParOf" srcId="{8A8450EA-8B00-45B9-BD4B-B4881571AA00}" destId="{18ED854F-7208-4278-B6BB-FE435861E3E4}" srcOrd="2" destOrd="0" presId="urn:microsoft.com/office/officeart/2018/2/layout/IconVerticalSolidList"/>
    <dgm:cxn modelId="{1EDBCD63-E7FC-49C1-A251-B10ECDC37E25}" type="presParOf" srcId="{8A8450EA-8B00-45B9-BD4B-B4881571AA00}" destId="{CA12B4E3-0A58-499B-9C87-F7091293DB7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4B7013-C02B-429C-898F-74F6495012C5}"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8D6DD56A-8132-411C-87B5-18B9E1C33CE8}">
      <dgm:prSet/>
      <dgm:spPr/>
      <dgm:t>
        <a:bodyPr/>
        <a:lstStyle/>
        <a:p>
          <a:r>
            <a:rPr lang="en-US"/>
            <a:t>In this task students can demonstrate their understanding by providing reasoned justification for the approaches used. </a:t>
          </a:r>
        </a:p>
      </dgm:t>
    </dgm:pt>
    <dgm:pt modelId="{7D74AE04-E9FB-4450-8B2B-EA469F0D90BA}" type="parTrans" cxnId="{CA704751-1E70-45DD-AD45-3257A0096698}">
      <dgm:prSet/>
      <dgm:spPr/>
      <dgm:t>
        <a:bodyPr/>
        <a:lstStyle/>
        <a:p>
          <a:endParaRPr lang="en-US"/>
        </a:p>
      </dgm:t>
    </dgm:pt>
    <dgm:pt modelId="{0A636EED-9DFB-484A-AB76-1B76D36116EF}" type="sibTrans" cxnId="{CA704751-1E70-45DD-AD45-3257A0096698}">
      <dgm:prSet/>
      <dgm:spPr/>
      <dgm:t>
        <a:bodyPr/>
        <a:lstStyle/>
        <a:p>
          <a:endParaRPr lang="en-US"/>
        </a:p>
      </dgm:t>
    </dgm:pt>
    <dgm:pt modelId="{4A7B9C25-E14A-4D51-8C9C-2B58EB8FFA85}">
      <dgm:prSet/>
      <dgm:spPr/>
      <dgm:t>
        <a:bodyPr/>
        <a:lstStyle/>
        <a:p>
          <a:r>
            <a:rPr lang="en-US"/>
            <a:t>This could include considerations such as their approach to a solution.</a:t>
          </a:r>
        </a:p>
      </dgm:t>
    </dgm:pt>
    <dgm:pt modelId="{E6349A35-E832-4DEA-BA1B-B3D4330A171A}" type="parTrans" cxnId="{E14CE18D-69AE-42E3-BB92-31FA5613F3C9}">
      <dgm:prSet/>
      <dgm:spPr/>
      <dgm:t>
        <a:bodyPr/>
        <a:lstStyle/>
        <a:p>
          <a:endParaRPr lang="en-US"/>
        </a:p>
      </dgm:t>
    </dgm:pt>
    <dgm:pt modelId="{A7C42424-F72F-4FE8-9449-39BFF7F7873F}" type="sibTrans" cxnId="{E14CE18D-69AE-42E3-BB92-31FA5613F3C9}">
      <dgm:prSet/>
      <dgm:spPr/>
      <dgm:t>
        <a:bodyPr/>
        <a:lstStyle/>
        <a:p>
          <a:endParaRPr lang="en-US"/>
        </a:p>
      </dgm:t>
    </dgm:pt>
    <dgm:pt modelId="{28292E34-83D2-4245-A6E4-04DC65896163}">
      <dgm:prSet/>
      <dgm:spPr/>
      <dgm:t>
        <a:bodyPr/>
        <a:lstStyle/>
        <a:p>
          <a:r>
            <a:rPr lang="en-US"/>
            <a:t>Justification and depth are essential. </a:t>
          </a:r>
        </a:p>
      </dgm:t>
    </dgm:pt>
    <dgm:pt modelId="{81561114-3B92-4E55-B392-6B2050215F63}" type="parTrans" cxnId="{93DC4C9B-CD1F-4F8C-B8E2-F1DA0DE81C54}">
      <dgm:prSet/>
      <dgm:spPr/>
      <dgm:t>
        <a:bodyPr/>
        <a:lstStyle/>
        <a:p>
          <a:endParaRPr lang="en-US"/>
        </a:p>
      </dgm:t>
    </dgm:pt>
    <dgm:pt modelId="{8D422326-5EAD-4BEA-BFB6-3F42A698805B}" type="sibTrans" cxnId="{93DC4C9B-CD1F-4F8C-B8E2-F1DA0DE81C54}">
      <dgm:prSet/>
      <dgm:spPr/>
      <dgm:t>
        <a:bodyPr/>
        <a:lstStyle/>
        <a:p>
          <a:endParaRPr lang="en-US"/>
        </a:p>
      </dgm:t>
    </dgm:pt>
    <dgm:pt modelId="{A6718F6B-5CE2-497D-9E8C-0250EF3CA8C2}">
      <dgm:prSet/>
      <dgm:spPr/>
      <dgm:t>
        <a:bodyPr/>
        <a:lstStyle/>
        <a:p>
          <a:r>
            <a:rPr lang="en-US"/>
            <a:t>Students need to justify the decisions by adding comments on the code. </a:t>
          </a:r>
        </a:p>
      </dgm:t>
    </dgm:pt>
    <dgm:pt modelId="{9436577E-AB82-4E08-87A9-CB70E136504A}" type="parTrans" cxnId="{F6A3D7F7-C373-4A61-8780-DF532B24841B}">
      <dgm:prSet/>
      <dgm:spPr/>
      <dgm:t>
        <a:bodyPr/>
        <a:lstStyle/>
        <a:p>
          <a:endParaRPr lang="en-US"/>
        </a:p>
      </dgm:t>
    </dgm:pt>
    <dgm:pt modelId="{B7EF2E88-286E-480A-8AE1-95C829E34233}" type="sibTrans" cxnId="{F6A3D7F7-C373-4A61-8780-DF532B24841B}">
      <dgm:prSet/>
      <dgm:spPr/>
      <dgm:t>
        <a:bodyPr/>
        <a:lstStyle/>
        <a:p>
          <a:endParaRPr lang="en-US"/>
        </a:p>
      </dgm:t>
    </dgm:pt>
    <dgm:pt modelId="{B7FD6936-4CBA-4C87-8784-DCC502436B7C}" type="pres">
      <dgm:prSet presAssocID="{024B7013-C02B-429C-898F-74F6495012C5}" presName="vert0" presStyleCnt="0">
        <dgm:presLayoutVars>
          <dgm:dir/>
          <dgm:animOne val="branch"/>
          <dgm:animLvl val="lvl"/>
        </dgm:presLayoutVars>
      </dgm:prSet>
      <dgm:spPr/>
    </dgm:pt>
    <dgm:pt modelId="{A8F4C9FC-C2BA-4B7F-A9B2-1CDFE0FAD037}" type="pres">
      <dgm:prSet presAssocID="{8D6DD56A-8132-411C-87B5-18B9E1C33CE8}" presName="thickLine" presStyleLbl="alignNode1" presStyleIdx="0" presStyleCnt="4"/>
      <dgm:spPr/>
    </dgm:pt>
    <dgm:pt modelId="{7DA47F2C-A2A8-465E-8581-486811C17A15}" type="pres">
      <dgm:prSet presAssocID="{8D6DD56A-8132-411C-87B5-18B9E1C33CE8}" presName="horz1" presStyleCnt="0"/>
      <dgm:spPr/>
    </dgm:pt>
    <dgm:pt modelId="{E3A98501-08E5-4895-B82A-763B6D9043F6}" type="pres">
      <dgm:prSet presAssocID="{8D6DD56A-8132-411C-87B5-18B9E1C33CE8}" presName="tx1" presStyleLbl="revTx" presStyleIdx="0" presStyleCnt="4"/>
      <dgm:spPr/>
    </dgm:pt>
    <dgm:pt modelId="{FFD906D7-B02D-440B-8075-BE5533FD6CB9}" type="pres">
      <dgm:prSet presAssocID="{8D6DD56A-8132-411C-87B5-18B9E1C33CE8}" presName="vert1" presStyleCnt="0"/>
      <dgm:spPr/>
    </dgm:pt>
    <dgm:pt modelId="{2AB301E6-FCF7-4600-8633-8108650B271F}" type="pres">
      <dgm:prSet presAssocID="{4A7B9C25-E14A-4D51-8C9C-2B58EB8FFA85}" presName="thickLine" presStyleLbl="alignNode1" presStyleIdx="1" presStyleCnt="4"/>
      <dgm:spPr/>
    </dgm:pt>
    <dgm:pt modelId="{5F8780FB-38D3-4466-8BAB-95FE67973953}" type="pres">
      <dgm:prSet presAssocID="{4A7B9C25-E14A-4D51-8C9C-2B58EB8FFA85}" presName="horz1" presStyleCnt="0"/>
      <dgm:spPr/>
    </dgm:pt>
    <dgm:pt modelId="{6DFECD10-BBE3-47F7-ACC9-BD17960E35A6}" type="pres">
      <dgm:prSet presAssocID="{4A7B9C25-E14A-4D51-8C9C-2B58EB8FFA85}" presName="tx1" presStyleLbl="revTx" presStyleIdx="1" presStyleCnt="4"/>
      <dgm:spPr/>
    </dgm:pt>
    <dgm:pt modelId="{6B85CF1D-58EB-45F4-A5FE-05426B4AB9C7}" type="pres">
      <dgm:prSet presAssocID="{4A7B9C25-E14A-4D51-8C9C-2B58EB8FFA85}" presName="vert1" presStyleCnt="0"/>
      <dgm:spPr/>
    </dgm:pt>
    <dgm:pt modelId="{746B17B3-3C08-4445-8892-023AE72A5F1A}" type="pres">
      <dgm:prSet presAssocID="{28292E34-83D2-4245-A6E4-04DC65896163}" presName="thickLine" presStyleLbl="alignNode1" presStyleIdx="2" presStyleCnt="4"/>
      <dgm:spPr/>
    </dgm:pt>
    <dgm:pt modelId="{F231BE48-DCE7-40A8-AED7-0B4C08FAE2E8}" type="pres">
      <dgm:prSet presAssocID="{28292E34-83D2-4245-A6E4-04DC65896163}" presName="horz1" presStyleCnt="0"/>
      <dgm:spPr/>
    </dgm:pt>
    <dgm:pt modelId="{B954A9D0-9DBF-4F0F-A761-E347E927E85C}" type="pres">
      <dgm:prSet presAssocID="{28292E34-83D2-4245-A6E4-04DC65896163}" presName="tx1" presStyleLbl="revTx" presStyleIdx="2" presStyleCnt="4"/>
      <dgm:spPr/>
    </dgm:pt>
    <dgm:pt modelId="{06D25970-427A-46A9-9F19-2AB1E1C4E0F8}" type="pres">
      <dgm:prSet presAssocID="{28292E34-83D2-4245-A6E4-04DC65896163}" presName="vert1" presStyleCnt="0"/>
      <dgm:spPr/>
    </dgm:pt>
    <dgm:pt modelId="{DA14E886-C19A-428F-886E-5EEA0911A902}" type="pres">
      <dgm:prSet presAssocID="{A6718F6B-5CE2-497D-9E8C-0250EF3CA8C2}" presName="thickLine" presStyleLbl="alignNode1" presStyleIdx="3" presStyleCnt="4"/>
      <dgm:spPr/>
    </dgm:pt>
    <dgm:pt modelId="{9AD8410C-F297-44C0-88CA-C8FC0232D74B}" type="pres">
      <dgm:prSet presAssocID="{A6718F6B-5CE2-497D-9E8C-0250EF3CA8C2}" presName="horz1" presStyleCnt="0"/>
      <dgm:spPr/>
    </dgm:pt>
    <dgm:pt modelId="{1F62A69F-AC0A-4358-806E-2A71DCCB35DF}" type="pres">
      <dgm:prSet presAssocID="{A6718F6B-5CE2-497D-9E8C-0250EF3CA8C2}" presName="tx1" presStyleLbl="revTx" presStyleIdx="3" presStyleCnt="4"/>
      <dgm:spPr/>
    </dgm:pt>
    <dgm:pt modelId="{D58729D2-AA81-4C98-BE2B-0E42786BC6F9}" type="pres">
      <dgm:prSet presAssocID="{A6718F6B-5CE2-497D-9E8C-0250EF3CA8C2}" presName="vert1" presStyleCnt="0"/>
      <dgm:spPr/>
    </dgm:pt>
  </dgm:ptLst>
  <dgm:cxnLst>
    <dgm:cxn modelId="{06F72B0C-1EEC-46F8-A019-D1CD2454E545}" type="presOf" srcId="{A6718F6B-5CE2-497D-9E8C-0250EF3CA8C2}" destId="{1F62A69F-AC0A-4358-806E-2A71DCCB35DF}" srcOrd="0" destOrd="0" presId="urn:microsoft.com/office/officeart/2008/layout/LinedList"/>
    <dgm:cxn modelId="{41162150-6F9C-446B-B648-C728F72A7028}" type="presOf" srcId="{4A7B9C25-E14A-4D51-8C9C-2B58EB8FFA85}" destId="{6DFECD10-BBE3-47F7-ACC9-BD17960E35A6}" srcOrd="0" destOrd="0" presId="urn:microsoft.com/office/officeart/2008/layout/LinedList"/>
    <dgm:cxn modelId="{CA704751-1E70-45DD-AD45-3257A0096698}" srcId="{024B7013-C02B-429C-898F-74F6495012C5}" destId="{8D6DD56A-8132-411C-87B5-18B9E1C33CE8}" srcOrd="0" destOrd="0" parTransId="{7D74AE04-E9FB-4450-8B2B-EA469F0D90BA}" sibTransId="{0A636EED-9DFB-484A-AB76-1B76D36116EF}"/>
    <dgm:cxn modelId="{517EC485-3CB7-4A7A-9B7B-03052D24F37A}" type="presOf" srcId="{024B7013-C02B-429C-898F-74F6495012C5}" destId="{B7FD6936-4CBA-4C87-8784-DCC502436B7C}" srcOrd="0" destOrd="0" presId="urn:microsoft.com/office/officeart/2008/layout/LinedList"/>
    <dgm:cxn modelId="{E14CE18D-69AE-42E3-BB92-31FA5613F3C9}" srcId="{024B7013-C02B-429C-898F-74F6495012C5}" destId="{4A7B9C25-E14A-4D51-8C9C-2B58EB8FFA85}" srcOrd="1" destOrd="0" parTransId="{E6349A35-E832-4DEA-BA1B-B3D4330A171A}" sibTransId="{A7C42424-F72F-4FE8-9449-39BFF7F7873F}"/>
    <dgm:cxn modelId="{93DC4C9B-CD1F-4F8C-B8E2-F1DA0DE81C54}" srcId="{024B7013-C02B-429C-898F-74F6495012C5}" destId="{28292E34-83D2-4245-A6E4-04DC65896163}" srcOrd="2" destOrd="0" parTransId="{81561114-3B92-4E55-B392-6B2050215F63}" sibTransId="{8D422326-5EAD-4BEA-BFB6-3F42A698805B}"/>
    <dgm:cxn modelId="{39B787C3-AAF6-4F3B-B151-9615D539B537}" type="presOf" srcId="{8D6DD56A-8132-411C-87B5-18B9E1C33CE8}" destId="{E3A98501-08E5-4895-B82A-763B6D9043F6}" srcOrd="0" destOrd="0" presId="urn:microsoft.com/office/officeart/2008/layout/LinedList"/>
    <dgm:cxn modelId="{955208CC-78B4-4401-8338-28FF910E9527}" type="presOf" srcId="{28292E34-83D2-4245-A6E4-04DC65896163}" destId="{B954A9D0-9DBF-4F0F-A761-E347E927E85C}" srcOrd="0" destOrd="0" presId="urn:microsoft.com/office/officeart/2008/layout/LinedList"/>
    <dgm:cxn modelId="{F6A3D7F7-C373-4A61-8780-DF532B24841B}" srcId="{024B7013-C02B-429C-898F-74F6495012C5}" destId="{A6718F6B-5CE2-497D-9E8C-0250EF3CA8C2}" srcOrd="3" destOrd="0" parTransId="{9436577E-AB82-4E08-87A9-CB70E136504A}" sibTransId="{B7EF2E88-286E-480A-8AE1-95C829E34233}"/>
    <dgm:cxn modelId="{35BEDADE-57F5-46FD-A80B-EE0BECDAC192}" type="presParOf" srcId="{B7FD6936-4CBA-4C87-8784-DCC502436B7C}" destId="{A8F4C9FC-C2BA-4B7F-A9B2-1CDFE0FAD037}" srcOrd="0" destOrd="0" presId="urn:microsoft.com/office/officeart/2008/layout/LinedList"/>
    <dgm:cxn modelId="{5E14D867-15CB-4D99-899D-FA2DA1D78533}" type="presParOf" srcId="{B7FD6936-4CBA-4C87-8784-DCC502436B7C}" destId="{7DA47F2C-A2A8-465E-8581-486811C17A15}" srcOrd="1" destOrd="0" presId="urn:microsoft.com/office/officeart/2008/layout/LinedList"/>
    <dgm:cxn modelId="{01E70A20-1B6E-438E-94D7-311EAA7583AC}" type="presParOf" srcId="{7DA47F2C-A2A8-465E-8581-486811C17A15}" destId="{E3A98501-08E5-4895-B82A-763B6D9043F6}" srcOrd="0" destOrd="0" presId="urn:microsoft.com/office/officeart/2008/layout/LinedList"/>
    <dgm:cxn modelId="{1E4431A8-3C2E-4205-8A55-920E5DD8B53B}" type="presParOf" srcId="{7DA47F2C-A2A8-465E-8581-486811C17A15}" destId="{FFD906D7-B02D-440B-8075-BE5533FD6CB9}" srcOrd="1" destOrd="0" presId="urn:microsoft.com/office/officeart/2008/layout/LinedList"/>
    <dgm:cxn modelId="{B1AE8D26-3ED9-47E2-9987-C1F3133A6C61}" type="presParOf" srcId="{B7FD6936-4CBA-4C87-8784-DCC502436B7C}" destId="{2AB301E6-FCF7-4600-8633-8108650B271F}" srcOrd="2" destOrd="0" presId="urn:microsoft.com/office/officeart/2008/layout/LinedList"/>
    <dgm:cxn modelId="{00F1D8C2-C5B6-448D-BA84-EFBAE470CBBE}" type="presParOf" srcId="{B7FD6936-4CBA-4C87-8784-DCC502436B7C}" destId="{5F8780FB-38D3-4466-8BAB-95FE67973953}" srcOrd="3" destOrd="0" presId="urn:microsoft.com/office/officeart/2008/layout/LinedList"/>
    <dgm:cxn modelId="{19121A6A-534A-4030-96E0-0EE1B498DBC9}" type="presParOf" srcId="{5F8780FB-38D3-4466-8BAB-95FE67973953}" destId="{6DFECD10-BBE3-47F7-ACC9-BD17960E35A6}" srcOrd="0" destOrd="0" presId="urn:microsoft.com/office/officeart/2008/layout/LinedList"/>
    <dgm:cxn modelId="{BF25983C-0929-49BE-8930-09F4BC45095B}" type="presParOf" srcId="{5F8780FB-38D3-4466-8BAB-95FE67973953}" destId="{6B85CF1D-58EB-45F4-A5FE-05426B4AB9C7}" srcOrd="1" destOrd="0" presId="urn:microsoft.com/office/officeart/2008/layout/LinedList"/>
    <dgm:cxn modelId="{9D1FC49A-CE56-46F8-9204-F9D441CE2360}" type="presParOf" srcId="{B7FD6936-4CBA-4C87-8784-DCC502436B7C}" destId="{746B17B3-3C08-4445-8892-023AE72A5F1A}" srcOrd="4" destOrd="0" presId="urn:microsoft.com/office/officeart/2008/layout/LinedList"/>
    <dgm:cxn modelId="{BD09F493-9C25-4568-AD70-F63C402526C2}" type="presParOf" srcId="{B7FD6936-4CBA-4C87-8784-DCC502436B7C}" destId="{F231BE48-DCE7-40A8-AED7-0B4C08FAE2E8}" srcOrd="5" destOrd="0" presId="urn:microsoft.com/office/officeart/2008/layout/LinedList"/>
    <dgm:cxn modelId="{BEEEDEA0-72FD-4E5A-9C2A-1612DB168E12}" type="presParOf" srcId="{F231BE48-DCE7-40A8-AED7-0B4C08FAE2E8}" destId="{B954A9D0-9DBF-4F0F-A761-E347E927E85C}" srcOrd="0" destOrd="0" presId="urn:microsoft.com/office/officeart/2008/layout/LinedList"/>
    <dgm:cxn modelId="{BA43045A-F140-49AE-9EBA-076B3946C340}" type="presParOf" srcId="{F231BE48-DCE7-40A8-AED7-0B4C08FAE2E8}" destId="{06D25970-427A-46A9-9F19-2AB1E1C4E0F8}" srcOrd="1" destOrd="0" presId="urn:microsoft.com/office/officeart/2008/layout/LinedList"/>
    <dgm:cxn modelId="{E3A08200-B47B-46B6-9F74-804E65B7BEC7}" type="presParOf" srcId="{B7FD6936-4CBA-4C87-8784-DCC502436B7C}" destId="{DA14E886-C19A-428F-886E-5EEA0911A902}" srcOrd="6" destOrd="0" presId="urn:microsoft.com/office/officeart/2008/layout/LinedList"/>
    <dgm:cxn modelId="{6394CCB4-419B-4C1D-B806-D902745E7645}" type="presParOf" srcId="{B7FD6936-4CBA-4C87-8784-DCC502436B7C}" destId="{9AD8410C-F297-44C0-88CA-C8FC0232D74B}" srcOrd="7" destOrd="0" presId="urn:microsoft.com/office/officeart/2008/layout/LinedList"/>
    <dgm:cxn modelId="{AF82B270-A072-43C7-BFC1-59E7D9FAD32A}" type="presParOf" srcId="{9AD8410C-F297-44C0-88CA-C8FC0232D74B}" destId="{1F62A69F-AC0A-4358-806E-2A71DCCB35DF}" srcOrd="0" destOrd="0" presId="urn:microsoft.com/office/officeart/2008/layout/LinedList"/>
    <dgm:cxn modelId="{8611FB46-D279-4408-B972-05113FE6E999}" type="presParOf" srcId="{9AD8410C-F297-44C0-88CA-C8FC0232D74B}" destId="{D58729D2-AA81-4C98-BE2B-0E42786BC6F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2B20E1D-3E9B-4154-9B34-C99D6B8B05B9}"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8C74B75-456B-4C50-B9F2-CCE8587BC3D6}">
      <dgm:prSet/>
      <dgm:spPr/>
      <dgm:t>
        <a:bodyPr/>
        <a:lstStyle/>
        <a:p>
          <a:r>
            <a:rPr lang="en-US"/>
            <a:t>Students must demonstrate how the website would be viewed in different browsers. </a:t>
          </a:r>
        </a:p>
      </dgm:t>
    </dgm:pt>
    <dgm:pt modelId="{E4BDDCF3-CA1A-4FDC-A7FF-ED6DF5F9B5D8}" type="parTrans" cxnId="{0A8C281D-4769-4AFA-8CD4-9E7BDD4B4B6D}">
      <dgm:prSet/>
      <dgm:spPr/>
      <dgm:t>
        <a:bodyPr/>
        <a:lstStyle/>
        <a:p>
          <a:endParaRPr lang="en-US"/>
        </a:p>
      </dgm:t>
    </dgm:pt>
    <dgm:pt modelId="{5F1A9E3A-CCEC-478A-8A30-0E29B50E128B}" type="sibTrans" cxnId="{0A8C281D-4769-4AFA-8CD4-9E7BDD4B4B6D}">
      <dgm:prSet/>
      <dgm:spPr/>
      <dgm:t>
        <a:bodyPr/>
        <a:lstStyle/>
        <a:p>
          <a:endParaRPr lang="en-US"/>
        </a:p>
      </dgm:t>
    </dgm:pt>
    <dgm:pt modelId="{5730AE99-2361-4495-A7BA-8B8BBC9D66CD}">
      <dgm:prSet/>
      <dgm:spPr/>
      <dgm:t>
        <a:bodyPr/>
        <a:lstStyle/>
        <a:p>
          <a:r>
            <a:rPr lang="en-US"/>
            <a:t>Students can validate the code on the W3C website. </a:t>
          </a:r>
        </a:p>
      </dgm:t>
    </dgm:pt>
    <dgm:pt modelId="{5E7645C6-3372-4E39-ABC1-D5229B64B989}" type="parTrans" cxnId="{9A6AD2EC-B836-4586-9B48-7700C703C873}">
      <dgm:prSet/>
      <dgm:spPr/>
      <dgm:t>
        <a:bodyPr/>
        <a:lstStyle/>
        <a:p>
          <a:endParaRPr lang="en-US"/>
        </a:p>
      </dgm:t>
    </dgm:pt>
    <dgm:pt modelId="{244EE2B5-C5A7-43D8-A764-3AC7C57ACB91}" type="sibTrans" cxnId="{9A6AD2EC-B836-4586-9B48-7700C703C873}">
      <dgm:prSet/>
      <dgm:spPr/>
      <dgm:t>
        <a:bodyPr/>
        <a:lstStyle/>
        <a:p>
          <a:endParaRPr lang="en-US"/>
        </a:p>
      </dgm:t>
    </dgm:pt>
    <dgm:pt modelId="{9632A12A-3EE7-4C9B-988E-33D0BBA68C91}">
      <dgm:prSet/>
      <dgm:spPr/>
      <dgm:t>
        <a:bodyPr/>
        <a:lstStyle/>
        <a:p>
          <a:r>
            <a:rPr lang="en-US"/>
            <a:t>This will let students know what needs to be added to view the website as expected, no matter which browser. </a:t>
          </a:r>
        </a:p>
      </dgm:t>
    </dgm:pt>
    <dgm:pt modelId="{7638A81F-F18A-409E-BF07-A21F3E2511F2}" type="parTrans" cxnId="{72D8CAB4-2BB4-4501-AD0D-69722398A813}">
      <dgm:prSet/>
      <dgm:spPr/>
      <dgm:t>
        <a:bodyPr/>
        <a:lstStyle/>
        <a:p>
          <a:endParaRPr lang="en-US"/>
        </a:p>
      </dgm:t>
    </dgm:pt>
    <dgm:pt modelId="{CE51A0EB-BD62-4FF2-B33E-4D678DAC4265}" type="sibTrans" cxnId="{72D8CAB4-2BB4-4501-AD0D-69722398A813}">
      <dgm:prSet/>
      <dgm:spPr/>
      <dgm:t>
        <a:bodyPr/>
        <a:lstStyle/>
        <a:p>
          <a:endParaRPr lang="en-US"/>
        </a:p>
      </dgm:t>
    </dgm:pt>
    <dgm:pt modelId="{1D36638E-77B8-49C9-BB4B-DC0EDF63CD90}">
      <dgm:prSet/>
      <dgm:spPr/>
      <dgm:t>
        <a:bodyPr/>
        <a:lstStyle/>
        <a:p>
          <a:r>
            <a:rPr lang="en-US"/>
            <a:t>Consider using username and passwords, cookie notification and two-way authentication for security controls. This provides evidence for legal and ethical considerations. </a:t>
          </a:r>
        </a:p>
      </dgm:t>
    </dgm:pt>
    <dgm:pt modelId="{CDE92CCD-3723-44A1-B6EB-6BF48CDBD8F1}" type="parTrans" cxnId="{A98FB26F-0B21-42BB-AC00-14CCF3F26290}">
      <dgm:prSet/>
      <dgm:spPr/>
      <dgm:t>
        <a:bodyPr/>
        <a:lstStyle/>
        <a:p>
          <a:endParaRPr lang="en-US"/>
        </a:p>
      </dgm:t>
    </dgm:pt>
    <dgm:pt modelId="{9BAC3B20-B056-49F3-BC1C-8763A0D99A94}" type="sibTrans" cxnId="{A98FB26F-0B21-42BB-AC00-14CCF3F26290}">
      <dgm:prSet/>
      <dgm:spPr/>
      <dgm:t>
        <a:bodyPr/>
        <a:lstStyle/>
        <a:p>
          <a:endParaRPr lang="en-US"/>
        </a:p>
      </dgm:t>
    </dgm:pt>
    <dgm:pt modelId="{372F52D1-0411-40CF-89AC-FC085180325E}" type="pres">
      <dgm:prSet presAssocID="{D2B20E1D-3E9B-4154-9B34-C99D6B8B05B9}" presName="root" presStyleCnt="0">
        <dgm:presLayoutVars>
          <dgm:dir/>
          <dgm:resizeHandles val="exact"/>
        </dgm:presLayoutVars>
      </dgm:prSet>
      <dgm:spPr/>
    </dgm:pt>
    <dgm:pt modelId="{FEC8EE26-E89C-4283-8435-C2BC4B094A79}" type="pres">
      <dgm:prSet presAssocID="{F8C74B75-456B-4C50-B9F2-CCE8587BC3D6}" presName="compNode" presStyleCnt="0"/>
      <dgm:spPr/>
    </dgm:pt>
    <dgm:pt modelId="{A87C0AD3-A0B3-4518-946C-E5CFA9D6F8D9}" type="pres">
      <dgm:prSet presAssocID="{F8C74B75-456B-4C50-B9F2-CCE8587BC3D6}" presName="bgRect" presStyleLbl="bgShp" presStyleIdx="0" presStyleCnt="4"/>
      <dgm:spPr/>
    </dgm:pt>
    <dgm:pt modelId="{C6AB64C1-EAED-498D-838F-446724901DAE}" type="pres">
      <dgm:prSet presAssocID="{F8C74B75-456B-4C50-B9F2-CCE8587BC3D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C8B27896-FFA0-4492-8F88-AF906BA533DC}" type="pres">
      <dgm:prSet presAssocID="{F8C74B75-456B-4C50-B9F2-CCE8587BC3D6}" presName="spaceRect" presStyleCnt="0"/>
      <dgm:spPr/>
    </dgm:pt>
    <dgm:pt modelId="{9531AB3A-B934-4A08-A99C-69F01F1A0831}" type="pres">
      <dgm:prSet presAssocID="{F8C74B75-456B-4C50-B9F2-CCE8587BC3D6}" presName="parTx" presStyleLbl="revTx" presStyleIdx="0" presStyleCnt="4">
        <dgm:presLayoutVars>
          <dgm:chMax val="0"/>
          <dgm:chPref val="0"/>
        </dgm:presLayoutVars>
      </dgm:prSet>
      <dgm:spPr/>
    </dgm:pt>
    <dgm:pt modelId="{DAD0EAA9-F163-4CA3-95D5-EEAED30CCD98}" type="pres">
      <dgm:prSet presAssocID="{5F1A9E3A-CCEC-478A-8A30-0E29B50E128B}" presName="sibTrans" presStyleCnt="0"/>
      <dgm:spPr/>
    </dgm:pt>
    <dgm:pt modelId="{0B361DB4-F0B5-42E1-8111-5EE303142EB9}" type="pres">
      <dgm:prSet presAssocID="{5730AE99-2361-4495-A7BA-8B8BBC9D66CD}" presName="compNode" presStyleCnt="0"/>
      <dgm:spPr/>
    </dgm:pt>
    <dgm:pt modelId="{FD2ADCAB-8F38-4229-9344-9A4569760CCF}" type="pres">
      <dgm:prSet presAssocID="{5730AE99-2361-4495-A7BA-8B8BBC9D66CD}" presName="bgRect" presStyleLbl="bgShp" presStyleIdx="1" presStyleCnt="4"/>
      <dgm:spPr/>
    </dgm:pt>
    <dgm:pt modelId="{1098A05C-F4A9-4A17-B66F-96784C1B3DD9}" type="pres">
      <dgm:prSet presAssocID="{5730AE99-2361-4495-A7BA-8B8BBC9D66C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1D28F9BE-8578-4B42-B481-B91E1D7BF6AF}" type="pres">
      <dgm:prSet presAssocID="{5730AE99-2361-4495-A7BA-8B8BBC9D66CD}" presName="spaceRect" presStyleCnt="0"/>
      <dgm:spPr/>
    </dgm:pt>
    <dgm:pt modelId="{010302C9-F12A-401D-BD7C-166558ADE67F}" type="pres">
      <dgm:prSet presAssocID="{5730AE99-2361-4495-A7BA-8B8BBC9D66CD}" presName="parTx" presStyleLbl="revTx" presStyleIdx="1" presStyleCnt="4">
        <dgm:presLayoutVars>
          <dgm:chMax val="0"/>
          <dgm:chPref val="0"/>
        </dgm:presLayoutVars>
      </dgm:prSet>
      <dgm:spPr/>
    </dgm:pt>
    <dgm:pt modelId="{234873B7-E5FC-47A8-B204-A14F1B8BF177}" type="pres">
      <dgm:prSet presAssocID="{244EE2B5-C5A7-43D8-A764-3AC7C57ACB91}" presName="sibTrans" presStyleCnt="0"/>
      <dgm:spPr/>
    </dgm:pt>
    <dgm:pt modelId="{1489F7D6-1FD1-4D5A-8D28-CD24ECF1697D}" type="pres">
      <dgm:prSet presAssocID="{9632A12A-3EE7-4C9B-988E-33D0BBA68C91}" presName="compNode" presStyleCnt="0"/>
      <dgm:spPr/>
    </dgm:pt>
    <dgm:pt modelId="{6346A15E-7E75-43DF-929D-E9840D4D7809}" type="pres">
      <dgm:prSet presAssocID="{9632A12A-3EE7-4C9B-988E-33D0BBA68C91}" presName="bgRect" presStyleLbl="bgShp" presStyleIdx="2" presStyleCnt="4"/>
      <dgm:spPr/>
    </dgm:pt>
    <dgm:pt modelId="{6092813D-A088-4469-9A58-837D555F23AD}" type="pres">
      <dgm:prSet presAssocID="{9632A12A-3EE7-4C9B-988E-33D0BBA68C9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aptop"/>
        </a:ext>
      </dgm:extLst>
    </dgm:pt>
    <dgm:pt modelId="{C289F614-7DE0-448B-8FC5-F4D11841E7DA}" type="pres">
      <dgm:prSet presAssocID="{9632A12A-3EE7-4C9B-988E-33D0BBA68C91}" presName="spaceRect" presStyleCnt="0"/>
      <dgm:spPr/>
    </dgm:pt>
    <dgm:pt modelId="{55C1B84C-39A2-4816-A4B4-49C5C6AA378D}" type="pres">
      <dgm:prSet presAssocID="{9632A12A-3EE7-4C9B-988E-33D0BBA68C91}" presName="parTx" presStyleLbl="revTx" presStyleIdx="2" presStyleCnt="4">
        <dgm:presLayoutVars>
          <dgm:chMax val="0"/>
          <dgm:chPref val="0"/>
        </dgm:presLayoutVars>
      </dgm:prSet>
      <dgm:spPr/>
    </dgm:pt>
    <dgm:pt modelId="{B278B6D9-CB13-4291-A023-7B90D38976B5}" type="pres">
      <dgm:prSet presAssocID="{CE51A0EB-BD62-4FF2-B33E-4D678DAC4265}" presName="sibTrans" presStyleCnt="0"/>
      <dgm:spPr/>
    </dgm:pt>
    <dgm:pt modelId="{197A5DD8-A6CA-4951-AECC-066CEF4D0FA6}" type="pres">
      <dgm:prSet presAssocID="{1D36638E-77B8-49C9-BB4B-DC0EDF63CD90}" presName="compNode" presStyleCnt="0"/>
      <dgm:spPr/>
    </dgm:pt>
    <dgm:pt modelId="{961A18DC-B2B5-41DD-946E-3C335C67EDE2}" type="pres">
      <dgm:prSet presAssocID="{1D36638E-77B8-49C9-BB4B-DC0EDF63CD90}" presName="bgRect" presStyleLbl="bgShp" presStyleIdx="3" presStyleCnt="4"/>
      <dgm:spPr/>
    </dgm:pt>
    <dgm:pt modelId="{01B4A458-5530-4542-BDA9-98F74EE903DF}" type="pres">
      <dgm:prSet presAssocID="{1D36638E-77B8-49C9-BB4B-DC0EDF63CD9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nlock"/>
        </a:ext>
      </dgm:extLst>
    </dgm:pt>
    <dgm:pt modelId="{112CCD98-FA0B-44F2-AF0E-A79908551B42}" type="pres">
      <dgm:prSet presAssocID="{1D36638E-77B8-49C9-BB4B-DC0EDF63CD90}" presName="spaceRect" presStyleCnt="0"/>
      <dgm:spPr/>
    </dgm:pt>
    <dgm:pt modelId="{BA090D51-AC6C-4385-9746-6D40749056EC}" type="pres">
      <dgm:prSet presAssocID="{1D36638E-77B8-49C9-BB4B-DC0EDF63CD90}" presName="parTx" presStyleLbl="revTx" presStyleIdx="3" presStyleCnt="4">
        <dgm:presLayoutVars>
          <dgm:chMax val="0"/>
          <dgm:chPref val="0"/>
        </dgm:presLayoutVars>
      </dgm:prSet>
      <dgm:spPr/>
    </dgm:pt>
  </dgm:ptLst>
  <dgm:cxnLst>
    <dgm:cxn modelId="{5CE2F100-6232-4B7E-A1AB-DC16982EA401}" type="presOf" srcId="{9632A12A-3EE7-4C9B-988E-33D0BBA68C91}" destId="{55C1B84C-39A2-4816-A4B4-49C5C6AA378D}" srcOrd="0" destOrd="0" presId="urn:microsoft.com/office/officeart/2018/2/layout/IconVerticalSolidList"/>
    <dgm:cxn modelId="{2C36F908-4E42-4372-BC8F-26295029571C}" type="presOf" srcId="{D2B20E1D-3E9B-4154-9B34-C99D6B8B05B9}" destId="{372F52D1-0411-40CF-89AC-FC085180325E}" srcOrd="0" destOrd="0" presId="urn:microsoft.com/office/officeart/2018/2/layout/IconVerticalSolidList"/>
    <dgm:cxn modelId="{0A8C281D-4769-4AFA-8CD4-9E7BDD4B4B6D}" srcId="{D2B20E1D-3E9B-4154-9B34-C99D6B8B05B9}" destId="{F8C74B75-456B-4C50-B9F2-CCE8587BC3D6}" srcOrd="0" destOrd="0" parTransId="{E4BDDCF3-CA1A-4FDC-A7FF-ED6DF5F9B5D8}" sibTransId="{5F1A9E3A-CCEC-478A-8A30-0E29B50E128B}"/>
    <dgm:cxn modelId="{8B967741-8DBF-4F2A-ADBC-48640090B521}" type="presOf" srcId="{F8C74B75-456B-4C50-B9F2-CCE8587BC3D6}" destId="{9531AB3A-B934-4A08-A99C-69F01F1A0831}" srcOrd="0" destOrd="0" presId="urn:microsoft.com/office/officeart/2018/2/layout/IconVerticalSolidList"/>
    <dgm:cxn modelId="{A98FB26F-0B21-42BB-AC00-14CCF3F26290}" srcId="{D2B20E1D-3E9B-4154-9B34-C99D6B8B05B9}" destId="{1D36638E-77B8-49C9-BB4B-DC0EDF63CD90}" srcOrd="3" destOrd="0" parTransId="{CDE92CCD-3723-44A1-B6EB-6BF48CDBD8F1}" sibTransId="{9BAC3B20-B056-49F3-BC1C-8763A0D99A94}"/>
    <dgm:cxn modelId="{72D8CAB4-2BB4-4501-AD0D-69722398A813}" srcId="{D2B20E1D-3E9B-4154-9B34-C99D6B8B05B9}" destId="{9632A12A-3EE7-4C9B-988E-33D0BBA68C91}" srcOrd="2" destOrd="0" parTransId="{7638A81F-F18A-409E-BF07-A21F3E2511F2}" sibTransId="{CE51A0EB-BD62-4FF2-B33E-4D678DAC4265}"/>
    <dgm:cxn modelId="{A96078CE-F744-4474-BA5B-24850C745399}" type="presOf" srcId="{1D36638E-77B8-49C9-BB4B-DC0EDF63CD90}" destId="{BA090D51-AC6C-4385-9746-6D40749056EC}" srcOrd="0" destOrd="0" presId="urn:microsoft.com/office/officeart/2018/2/layout/IconVerticalSolidList"/>
    <dgm:cxn modelId="{264F91D3-FF0C-4187-AF18-434D00765902}" type="presOf" srcId="{5730AE99-2361-4495-A7BA-8B8BBC9D66CD}" destId="{010302C9-F12A-401D-BD7C-166558ADE67F}" srcOrd="0" destOrd="0" presId="urn:microsoft.com/office/officeart/2018/2/layout/IconVerticalSolidList"/>
    <dgm:cxn modelId="{9A6AD2EC-B836-4586-9B48-7700C703C873}" srcId="{D2B20E1D-3E9B-4154-9B34-C99D6B8B05B9}" destId="{5730AE99-2361-4495-A7BA-8B8BBC9D66CD}" srcOrd="1" destOrd="0" parTransId="{5E7645C6-3372-4E39-ABC1-D5229B64B989}" sibTransId="{244EE2B5-C5A7-43D8-A764-3AC7C57ACB91}"/>
    <dgm:cxn modelId="{39653634-A344-4A97-94D0-B599A30D325C}" type="presParOf" srcId="{372F52D1-0411-40CF-89AC-FC085180325E}" destId="{FEC8EE26-E89C-4283-8435-C2BC4B094A79}" srcOrd="0" destOrd="0" presId="urn:microsoft.com/office/officeart/2018/2/layout/IconVerticalSolidList"/>
    <dgm:cxn modelId="{AA602305-6AAD-4D1D-A7DB-616D3659396F}" type="presParOf" srcId="{FEC8EE26-E89C-4283-8435-C2BC4B094A79}" destId="{A87C0AD3-A0B3-4518-946C-E5CFA9D6F8D9}" srcOrd="0" destOrd="0" presId="urn:microsoft.com/office/officeart/2018/2/layout/IconVerticalSolidList"/>
    <dgm:cxn modelId="{9612B1E7-DAAF-4789-99AF-D124DB85B197}" type="presParOf" srcId="{FEC8EE26-E89C-4283-8435-C2BC4B094A79}" destId="{C6AB64C1-EAED-498D-838F-446724901DAE}" srcOrd="1" destOrd="0" presId="urn:microsoft.com/office/officeart/2018/2/layout/IconVerticalSolidList"/>
    <dgm:cxn modelId="{E903A6BE-418F-4188-BB86-BB1B0606B774}" type="presParOf" srcId="{FEC8EE26-E89C-4283-8435-C2BC4B094A79}" destId="{C8B27896-FFA0-4492-8F88-AF906BA533DC}" srcOrd="2" destOrd="0" presId="urn:microsoft.com/office/officeart/2018/2/layout/IconVerticalSolidList"/>
    <dgm:cxn modelId="{5FF20404-160D-4216-BA94-0BD848582360}" type="presParOf" srcId="{FEC8EE26-E89C-4283-8435-C2BC4B094A79}" destId="{9531AB3A-B934-4A08-A99C-69F01F1A0831}" srcOrd="3" destOrd="0" presId="urn:microsoft.com/office/officeart/2018/2/layout/IconVerticalSolidList"/>
    <dgm:cxn modelId="{53B82932-6D9D-4B11-857C-41864BE42716}" type="presParOf" srcId="{372F52D1-0411-40CF-89AC-FC085180325E}" destId="{DAD0EAA9-F163-4CA3-95D5-EEAED30CCD98}" srcOrd="1" destOrd="0" presId="urn:microsoft.com/office/officeart/2018/2/layout/IconVerticalSolidList"/>
    <dgm:cxn modelId="{7845D0B1-A36A-4814-AA0B-1801C394A46B}" type="presParOf" srcId="{372F52D1-0411-40CF-89AC-FC085180325E}" destId="{0B361DB4-F0B5-42E1-8111-5EE303142EB9}" srcOrd="2" destOrd="0" presId="urn:microsoft.com/office/officeart/2018/2/layout/IconVerticalSolidList"/>
    <dgm:cxn modelId="{612EAD1B-43D2-4482-BCD0-423E8564C300}" type="presParOf" srcId="{0B361DB4-F0B5-42E1-8111-5EE303142EB9}" destId="{FD2ADCAB-8F38-4229-9344-9A4569760CCF}" srcOrd="0" destOrd="0" presId="urn:microsoft.com/office/officeart/2018/2/layout/IconVerticalSolidList"/>
    <dgm:cxn modelId="{116FC541-A0A6-4B63-BF77-BC1729F2C361}" type="presParOf" srcId="{0B361DB4-F0B5-42E1-8111-5EE303142EB9}" destId="{1098A05C-F4A9-4A17-B66F-96784C1B3DD9}" srcOrd="1" destOrd="0" presId="urn:microsoft.com/office/officeart/2018/2/layout/IconVerticalSolidList"/>
    <dgm:cxn modelId="{64E1A3DF-EDBD-4BAD-BB3E-C07092BDD597}" type="presParOf" srcId="{0B361DB4-F0B5-42E1-8111-5EE303142EB9}" destId="{1D28F9BE-8578-4B42-B481-B91E1D7BF6AF}" srcOrd="2" destOrd="0" presId="urn:microsoft.com/office/officeart/2018/2/layout/IconVerticalSolidList"/>
    <dgm:cxn modelId="{A56C5726-F19C-4FD1-9666-37D5A7912A13}" type="presParOf" srcId="{0B361DB4-F0B5-42E1-8111-5EE303142EB9}" destId="{010302C9-F12A-401D-BD7C-166558ADE67F}" srcOrd="3" destOrd="0" presId="urn:microsoft.com/office/officeart/2018/2/layout/IconVerticalSolidList"/>
    <dgm:cxn modelId="{1D402038-E9F5-4680-A864-07F4DCACCD6F}" type="presParOf" srcId="{372F52D1-0411-40CF-89AC-FC085180325E}" destId="{234873B7-E5FC-47A8-B204-A14F1B8BF177}" srcOrd="3" destOrd="0" presId="urn:microsoft.com/office/officeart/2018/2/layout/IconVerticalSolidList"/>
    <dgm:cxn modelId="{9E3A9715-10DC-4561-A200-3B6F05EB1FC6}" type="presParOf" srcId="{372F52D1-0411-40CF-89AC-FC085180325E}" destId="{1489F7D6-1FD1-4D5A-8D28-CD24ECF1697D}" srcOrd="4" destOrd="0" presId="urn:microsoft.com/office/officeart/2018/2/layout/IconVerticalSolidList"/>
    <dgm:cxn modelId="{B1D40884-860F-4FA6-A70F-70BD7324F91A}" type="presParOf" srcId="{1489F7D6-1FD1-4D5A-8D28-CD24ECF1697D}" destId="{6346A15E-7E75-43DF-929D-E9840D4D7809}" srcOrd="0" destOrd="0" presId="urn:microsoft.com/office/officeart/2018/2/layout/IconVerticalSolidList"/>
    <dgm:cxn modelId="{CD163B6D-4AE9-4E0C-BCBD-3B4943D3EE8B}" type="presParOf" srcId="{1489F7D6-1FD1-4D5A-8D28-CD24ECF1697D}" destId="{6092813D-A088-4469-9A58-837D555F23AD}" srcOrd="1" destOrd="0" presId="urn:microsoft.com/office/officeart/2018/2/layout/IconVerticalSolidList"/>
    <dgm:cxn modelId="{66E911A8-9BA1-4DAE-9958-AEA9E77CC167}" type="presParOf" srcId="{1489F7D6-1FD1-4D5A-8D28-CD24ECF1697D}" destId="{C289F614-7DE0-448B-8FC5-F4D11841E7DA}" srcOrd="2" destOrd="0" presId="urn:microsoft.com/office/officeart/2018/2/layout/IconVerticalSolidList"/>
    <dgm:cxn modelId="{0AF3CF6C-33CF-4B65-BD57-C0378E57E6AB}" type="presParOf" srcId="{1489F7D6-1FD1-4D5A-8D28-CD24ECF1697D}" destId="{55C1B84C-39A2-4816-A4B4-49C5C6AA378D}" srcOrd="3" destOrd="0" presId="urn:microsoft.com/office/officeart/2018/2/layout/IconVerticalSolidList"/>
    <dgm:cxn modelId="{9924457E-F096-4227-981D-28BFB05ECB9E}" type="presParOf" srcId="{372F52D1-0411-40CF-89AC-FC085180325E}" destId="{B278B6D9-CB13-4291-A023-7B90D38976B5}" srcOrd="5" destOrd="0" presId="urn:microsoft.com/office/officeart/2018/2/layout/IconVerticalSolidList"/>
    <dgm:cxn modelId="{6185919A-EA62-4DAF-ADB5-E7828DC391FF}" type="presParOf" srcId="{372F52D1-0411-40CF-89AC-FC085180325E}" destId="{197A5DD8-A6CA-4951-AECC-066CEF4D0FA6}" srcOrd="6" destOrd="0" presId="urn:microsoft.com/office/officeart/2018/2/layout/IconVerticalSolidList"/>
    <dgm:cxn modelId="{D6DA333A-13B5-4F74-8C01-2183C17BACAE}" type="presParOf" srcId="{197A5DD8-A6CA-4951-AECC-066CEF4D0FA6}" destId="{961A18DC-B2B5-41DD-946E-3C335C67EDE2}" srcOrd="0" destOrd="0" presId="urn:microsoft.com/office/officeart/2018/2/layout/IconVerticalSolidList"/>
    <dgm:cxn modelId="{14E94BC2-8E7D-44E8-973B-4C648DEDBD11}" type="presParOf" srcId="{197A5DD8-A6CA-4951-AECC-066CEF4D0FA6}" destId="{01B4A458-5530-4542-BDA9-98F74EE903DF}" srcOrd="1" destOrd="0" presId="urn:microsoft.com/office/officeart/2018/2/layout/IconVerticalSolidList"/>
    <dgm:cxn modelId="{C03B6C8D-B6A1-449B-B113-08852C80F6CC}" type="presParOf" srcId="{197A5DD8-A6CA-4951-AECC-066CEF4D0FA6}" destId="{112CCD98-FA0B-44F2-AF0E-A79908551B42}" srcOrd="2" destOrd="0" presId="urn:microsoft.com/office/officeart/2018/2/layout/IconVerticalSolidList"/>
    <dgm:cxn modelId="{3517AA4E-DAB2-45A9-864E-1DA10C666580}" type="presParOf" srcId="{197A5DD8-A6CA-4951-AECC-066CEF4D0FA6}" destId="{BA090D51-AC6C-4385-9746-6D40749056E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A2D948B-DB68-49E5-B6E2-E0EF6ABEB48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BD4A611-B9DC-44F1-A4B9-3BB7F04B62E3}">
      <dgm:prSet/>
      <dgm:spPr/>
      <dgm:t>
        <a:bodyPr/>
        <a:lstStyle/>
        <a:p>
          <a:r>
            <a:rPr lang="en-US"/>
            <a:t>Well-designed interface including UI/UX features:</a:t>
          </a:r>
        </a:p>
      </dgm:t>
    </dgm:pt>
    <dgm:pt modelId="{FF596688-9873-4F4F-8A60-D76863152DBF}" type="parTrans" cxnId="{CBA0AF0E-8321-465F-A475-CE5B77A774E4}">
      <dgm:prSet/>
      <dgm:spPr/>
      <dgm:t>
        <a:bodyPr/>
        <a:lstStyle/>
        <a:p>
          <a:endParaRPr lang="en-US"/>
        </a:p>
      </dgm:t>
    </dgm:pt>
    <dgm:pt modelId="{EBD02E9A-C63E-46A3-B04C-E943129BACFC}" type="sibTrans" cxnId="{CBA0AF0E-8321-465F-A475-CE5B77A774E4}">
      <dgm:prSet/>
      <dgm:spPr/>
      <dgm:t>
        <a:bodyPr/>
        <a:lstStyle/>
        <a:p>
          <a:endParaRPr lang="en-US"/>
        </a:p>
      </dgm:t>
    </dgm:pt>
    <dgm:pt modelId="{2C6952E8-687A-40C9-9955-F3A4765F9573}">
      <dgm:prSet/>
      <dgm:spPr/>
      <dgm:t>
        <a:bodyPr/>
        <a:lstStyle/>
        <a:p>
          <a:r>
            <a:rPr lang="en-US"/>
            <a:t>• Useful – does it meet the needs of the user? Are outputs etc. accurate</a:t>
          </a:r>
        </a:p>
      </dgm:t>
    </dgm:pt>
    <dgm:pt modelId="{828F0067-C465-4076-B3B2-957901E9F09F}" type="parTrans" cxnId="{7A551DE5-BBC8-4931-935E-DB9528DB132B}">
      <dgm:prSet/>
      <dgm:spPr/>
      <dgm:t>
        <a:bodyPr/>
        <a:lstStyle/>
        <a:p>
          <a:endParaRPr lang="en-US"/>
        </a:p>
      </dgm:t>
    </dgm:pt>
    <dgm:pt modelId="{65CF2300-BDF1-4114-910B-E468B484A0A1}" type="sibTrans" cxnId="{7A551DE5-BBC8-4931-935E-DB9528DB132B}">
      <dgm:prSet/>
      <dgm:spPr/>
      <dgm:t>
        <a:bodyPr/>
        <a:lstStyle/>
        <a:p>
          <a:endParaRPr lang="en-US"/>
        </a:p>
      </dgm:t>
    </dgm:pt>
    <dgm:pt modelId="{05030A0F-6637-4E04-B8D7-E626ABAC58B8}">
      <dgm:prSet/>
      <dgm:spPr/>
      <dgm:t>
        <a:bodyPr/>
        <a:lstStyle/>
        <a:p>
          <a:r>
            <a:rPr lang="en-US"/>
            <a:t>• Usable – is it easy to use / intuitive?</a:t>
          </a:r>
        </a:p>
      </dgm:t>
    </dgm:pt>
    <dgm:pt modelId="{5AA81BD3-F30A-40B1-8796-219BFDE75BDF}" type="parTrans" cxnId="{FC115F00-6496-4F82-9BB0-CC0CB248EF49}">
      <dgm:prSet/>
      <dgm:spPr/>
      <dgm:t>
        <a:bodyPr/>
        <a:lstStyle/>
        <a:p>
          <a:endParaRPr lang="en-US"/>
        </a:p>
      </dgm:t>
    </dgm:pt>
    <dgm:pt modelId="{7176B3B5-AA13-4244-BE37-36A53C9BE44C}" type="sibTrans" cxnId="{FC115F00-6496-4F82-9BB0-CC0CB248EF49}">
      <dgm:prSet/>
      <dgm:spPr/>
      <dgm:t>
        <a:bodyPr/>
        <a:lstStyle/>
        <a:p>
          <a:endParaRPr lang="en-US"/>
        </a:p>
      </dgm:t>
    </dgm:pt>
    <dgm:pt modelId="{F01CEC5F-2312-4307-94F0-45241E6B7D13}">
      <dgm:prSet/>
      <dgm:spPr/>
      <dgm:t>
        <a:bodyPr/>
        <a:lstStyle/>
        <a:p>
          <a:r>
            <a:rPr lang="en-US"/>
            <a:t>• Desirable – is it aesthetically pleasing? Does it represent a brand? Consistency.</a:t>
          </a:r>
        </a:p>
      </dgm:t>
    </dgm:pt>
    <dgm:pt modelId="{D13C006A-35DF-4FA6-AD70-5C44FFDF63F3}" type="parTrans" cxnId="{FCE39DB4-E13E-45FE-94A7-C298E223581E}">
      <dgm:prSet/>
      <dgm:spPr/>
      <dgm:t>
        <a:bodyPr/>
        <a:lstStyle/>
        <a:p>
          <a:endParaRPr lang="en-US"/>
        </a:p>
      </dgm:t>
    </dgm:pt>
    <dgm:pt modelId="{FC0FE780-C9BF-45CB-A16F-7803CC1F6FE0}" type="sibTrans" cxnId="{FCE39DB4-E13E-45FE-94A7-C298E223581E}">
      <dgm:prSet/>
      <dgm:spPr/>
      <dgm:t>
        <a:bodyPr/>
        <a:lstStyle/>
        <a:p>
          <a:endParaRPr lang="en-US"/>
        </a:p>
      </dgm:t>
    </dgm:pt>
    <dgm:pt modelId="{EC06D8C8-FB4A-4F37-977B-5A94FCACBA44}">
      <dgm:prSet/>
      <dgm:spPr/>
      <dgm:t>
        <a:bodyPr/>
        <a:lstStyle/>
        <a:p>
          <a:r>
            <a:rPr lang="en-US"/>
            <a:t>• Findable – is it easy to navigate around and find the require</a:t>
          </a:r>
        </a:p>
      </dgm:t>
    </dgm:pt>
    <dgm:pt modelId="{0C30BA61-E7EE-4C9E-BB4A-F94924AFDEB5}" type="parTrans" cxnId="{3C5B35BA-EC16-47FE-957E-E9B7EB33F615}">
      <dgm:prSet/>
      <dgm:spPr/>
      <dgm:t>
        <a:bodyPr/>
        <a:lstStyle/>
        <a:p>
          <a:endParaRPr lang="en-US"/>
        </a:p>
      </dgm:t>
    </dgm:pt>
    <dgm:pt modelId="{2073D576-0937-40C8-AA11-364CDF2D3399}" type="sibTrans" cxnId="{3C5B35BA-EC16-47FE-957E-E9B7EB33F615}">
      <dgm:prSet/>
      <dgm:spPr/>
      <dgm:t>
        <a:bodyPr/>
        <a:lstStyle/>
        <a:p>
          <a:endParaRPr lang="en-US"/>
        </a:p>
      </dgm:t>
    </dgm:pt>
    <dgm:pt modelId="{D0D3B05C-3476-4C63-82E2-AD8B9F8AC65D}" type="pres">
      <dgm:prSet presAssocID="{1A2D948B-DB68-49E5-B6E2-E0EF6ABEB489}" presName="root" presStyleCnt="0">
        <dgm:presLayoutVars>
          <dgm:dir/>
          <dgm:resizeHandles val="exact"/>
        </dgm:presLayoutVars>
      </dgm:prSet>
      <dgm:spPr/>
    </dgm:pt>
    <dgm:pt modelId="{D2710E5E-3115-445E-A7FA-1A81A459EF60}" type="pres">
      <dgm:prSet presAssocID="{EBD4A611-B9DC-44F1-A4B9-3BB7F04B62E3}" presName="compNode" presStyleCnt="0"/>
      <dgm:spPr/>
    </dgm:pt>
    <dgm:pt modelId="{1A30A81C-86AC-420C-BFAB-DAF59DF247BD}" type="pres">
      <dgm:prSet presAssocID="{EBD4A611-B9DC-44F1-A4B9-3BB7F04B62E3}" presName="bgRect" presStyleLbl="bgShp" presStyleIdx="0" presStyleCnt="5"/>
      <dgm:spPr/>
    </dgm:pt>
    <dgm:pt modelId="{9ECA6869-20C7-4435-A071-6A1A34327384}" type="pres">
      <dgm:prSet presAssocID="{EBD4A611-B9DC-44F1-A4B9-3BB7F04B62E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E5ACFDCD-0E6C-4FD8-8027-10BE1C51AFCF}" type="pres">
      <dgm:prSet presAssocID="{EBD4A611-B9DC-44F1-A4B9-3BB7F04B62E3}" presName="spaceRect" presStyleCnt="0"/>
      <dgm:spPr/>
    </dgm:pt>
    <dgm:pt modelId="{9E3BE558-77CB-4FBD-A2E8-71A60882F761}" type="pres">
      <dgm:prSet presAssocID="{EBD4A611-B9DC-44F1-A4B9-3BB7F04B62E3}" presName="parTx" presStyleLbl="revTx" presStyleIdx="0" presStyleCnt="5">
        <dgm:presLayoutVars>
          <dgm:chMax val="0"/>
          <dgm:chPref val="0"/>
        </dgm:presLayoutVars>
      </dgm:prSet>
      <dgm:spPr/>
    </dgm:pt>
    <dgm:pt modelId="{270CFF4B-9276-47A7-B460-1EFBD59CCAB1}" type="pres">
      <dgm:prSet presAssocID="{EBD02E9A-C63E-46A3-B04C-E943129BACFC}" presName="sibTrans" presStyleCnt="0"/>
      <dgm:spPr/>
    </dgm:pt>
    <dgm:pt modelId="{EB5183EF-D93B-42C7-8E2F-C5B99BDE7E9E}" type="pres">
      <dgm:prSet presAssocID="{2C6952E8-687A-40C9-9955-F3A4765F9573}" presName="compNode" presStyleCnt="0"/>
      <dgm:spPr/>
    </dgm:pt>
    <dgm:pt modelId="{C7387D8C-FF1B-49A2-AD47-560A95756935}" type="pres">
      <dgm:prSet presAssocID="{2C6952E8-687A-40C9-9955-F3A4765F9573}" presName="bgRect" presStyleLbl="bgShp" presStyleIdx="1" presStyleCnt="5"/>
      <dgm:spPr/>
    </dgm:pt>
    <dgm:pt modelId="{F6CD8FC6-A117-44CF-AD22-32AC20D22155}" type="pres">
      <dgm:prSet presAssocID="{2C6952E8-687A-40C9-9955-F3A4765F957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ext>
      </dgm:extLst>
    </dgm:pt>
    <dgm:pt modelId="{3372BFBC-A8CD-49BB-8404-4DBC83CF1211}" type="pres">
      <dgm:prSet presAssocID="{2C6952E8-687A-40C9-9955-F3A4765F9573}" presName="spaceRect" presStyleCnt="0"/>
      <dgm:spPr/>
    </dgm:pt>
    <dgm:pt modelId="{DA1C02C5-297D-4AE0-A8E4-CFE944A0441F}" type="pres">
      <dgm:prSet presAssocID="{2C6952E8-687A-40C9-9955-F3A4765F9573}" presName="parTx" presStyleLbl="revTx" presStyleIdx="1" presStyleCnt="5">
        <dgm:presLayoutVars>
          <dgm:chMax val="0"/>
          <dgm:chPref val="0"/>
        </dgm:presLayoutVars>
      </dgm:prSet>
      <dgm:spPr/>
    </dgm:pt>
    <dgm:pt modelId="{8D4F70A1-0AA4-4C49-B6F6-8C0A3EF65B00}" type="pres">
      <dgm:prSet presAssocID="{65CF2300-BDF1-4114-910B-E468B484A0A1}" presName="sibTrans" presStyleCnt="0"/>
      <dgm:spPr/>
    </dgm:pt>
    <dgm:pt modelId="{06CB2624-B2BE-40FC-8F03-570AF5C67275}" type="pres">
      <dgm:prSet presAssocID="{05030A0F-6637-4E04-B8D7-E626ABAC58B8}" presName="compNode" presStyleCnt="0"/>
      <dgm:spPr/>
    </dgm:pt>
    <dgm:pt modelId="{F70E9CA5-9F0E-459A-A2E0-165548ADF7BE}" type="pres">
      <dgm:prSet presAssocID="{05030A0F-6637-4E04-B8D7-E626ABAC58B8}" presName="bgRect" presStyleLbl="bgShp" presStyleIdx="2" presStyleCnt="5"/>
      <dgm:spPr/>
    </dgm:pt>
    <dgm:pt modelId="{3170FEE2-8705-40FD-861C-3779BE8D1286}" type="pres">
      <dgm:prSet presAssocID="{05030A0F-6637-4E04-B8D7-E626ABAC58B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ze"/>
        </a:ext>
      </dgm:extLst>
    </dgm:pt>
    <dgm:pt modelId="{A17077B7-D747-4BDA-ADDF-204F9E721ED5}" type="pres">
      <dgm:prSet presAssocID="{05030A0F-6637-4E04-B8D7-E626ABAC58B8}" presName="spaceRect" presStyleCnt="0"/>
      <dgm:spPr/>
    </dgm:pt>
    <dgm:pt modelId="{18A38700-AD53-46FD-B8B3-322EE099A6F6}" type="pres">
      <dgm:prSet presAssocID="{05030A0F-6637-4E04-B8D7-E626ABAC58B8}" presName="parTx" presStyleLbl="revTx" presStyleIdx="2" presStyleCnt="5">
        <dgm:presLayoutVars>
          <dgm:chMax val="0"/>
          <dgm:chPref val="0"/>
        </dgm:presLayoutVars>
      </dgm:prSet>
      <dgm:spPr/>
    </dgm:pt>
    <dgm:pt modelId="{33D59508-D802-478A-ABA8-593BE149B59E}" type="pres">
      <dgm:prSet presAssocID="{7176B3B5-AA13-4244-BE37-36A53C9BE44C}" presName="sibTrans" presStyleCnt="0"/>
      <dgm:spPr/>
    </dgm:pt>
    <dgm:pt modelId="{21C07FE1-4ACC-41D7-9163-E397E95012B3}" type="pres">
      <dgm:prSet presAssocID="{F01CEC5F-2312-4307-94F0-45241E6B7D13}" presName="compNode" presStyleCnt="0"/>
      <dgm:spPr/>
    </dgm:pt>
    <dgm:pt modelId="{565447AB-1926-4698-8593-AA6FC72DA58C}" type="pres">
      <dgm:prSet presAssocID="{F01CEC5F-2312-4307-94F0-45241E6B7D13}" presName="bgRect" presStyleLbl="bgShp" presStyleIdx="3" presStyleCnt="5"/>
      <dgm:spPr/>
    </dgm:pt>
    <dgm:pt modelId="{223AF7EB-716A-4671-BD32-6EAE0A38DA07}" type="pres">
      <dgm:prSet presAssocID="{F01CEC5F-2312-4307-94F0-45241E6B7D1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ngue"/>
        </a:ext>
      </dgm:extLst>
    </dgm:pt>
    <dgm:pt modelId="{E30FBFE9-E3CE-407A-B733-57197AB17A24}" type="pres">
      <dgm:prSet presAssocID="{F01CEC5F-2312-4307-94F0-45241E6B7D13}" presName="spaceRect" presStyleCnt="0"/>
      <dgm:spPr/>
    </dgm:pt>
    <dgm:pt modelId="{E59DB5BC-C8A6-4B90-8E19-801EB3849724}" type="pres">
      <dgm:prSet presAssocID="{F01CEC5F-2312-4307-94F0-45241E6B7D13}" presName="parTx" presStyleLbl="revTx" presStyleIdx="3" presStyleCnt="5">
        <dgm:presLayoutVars>
          <dgm:chMax val="0"/>
          <dgm:chPref val="0"/>
        </dgm:presLayoutVars>
      </dgm:prSet>
      <dgm:spPr/>
    </dgm:pt>
    <dgm:pt modelId="{798D0053-1EC5-4703-9F27-50268AD83737}" type="pres">
      <dgm:prSet presAssocID="{FC0FE780-C9BF-45CB-A16F-7803CC1F6FE0}" presName="sibTrans" presStyleCnt="0"/>
      <dgm:spPr/>
    </dgm:pt>
    <dgm:pt modelId="{09453A94-5897-41CD-A7E8-63244F5652D8}" type="pres">
      <dgm:prSet presAssocID="{EC06D8C8-FB4A-4F37-977B-5A94FCACBA44}" presName="compNode" presStyleCnt="0"/>
      <dgm:spPr/>
    </dgm:pt>
    <dgm:pt modelId="{6F0403DB-B78F-455B-B705-240D03492BD0}" type="pres">
      <dgm:prSet presAssocID="{EC06D8C8-FB4A-4F37-977B-5A94FCACBA44}" presName="bgRect" presStyleLbl="bgShp" presStyleIdx="4" presStyleCnt="5"/>
      <dgm:spPr/>
    </dgm:pt>
    <dgm:pt modelId="{C9704FED-F316-4FC1-B263-BB14A983D233}" type="pres">
      <dgm:prSet presAssocID="{EC06D8C8-FB4A-4F37-977B-5A94FCACBA4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irection"/>
        </a:ext>
      </dgm:extLst>
    </dgm:pt>
    <dgm:pt modelId="{78A82702-A082-4BF4-B4BE-7870E564BC74}" type="pres">
      <dgm:prSet presAssocID="{EC06D8C8-FB4A-4F37-977B-5A94FCACBA44}" presName="spaceRect" presStyleCnt="0"/>
      <dgm:spPr/>
    </dgm:pt>
    <dgm:pt modelId="{AEA9A0C3-0342-488A-B386-6675B54C23B9}" type="pres">
      <dgm:prSet presAssocID="{EC06D8C8-FB4A-4F37-977B-5A94FCACBA44}" presName="parTx" presStyleLbl="revTx" presStyleIdx="4" presStyleCnt="5">
        <dgm:presLayoutVars>
          <dgm:chMax val="0"/>
          <dgm:chPref val="0"/>
        </dgm:presLayoutVars>
      </dgm:prSet>
      <dgm:spPr/>
    </dgm:pt>
  </dgm:ptLst>
  <dgm:cxnLst>
    <dgm:cxn modelId="{FC115F00-6496-4F82-9BB0-CC0CB248EF49}" srcId="{1A2D948B-DB68-49E5-B6E2-E0EF6ABEB489}" destId="{05030A0F-6637-4E04-B8D7-E626ABAC58B8}" srcOrd="2" destOrd="0" parTransId="{5AA81BD3-F30A-40B1-8796-219BFDE75BDF}" sibTransId="{7176B3B5-AA13-4244-BE37-36A53C9BE44C}"/>
    <dgm:cxn modelId="{CBA0AF0E-8321-465F-A475-CE5B77A774E4}" srcId="{1A2D948B-DB68-49E5-B6E2-E0EF6ABEB489}" destId="{EBD4A611-B9DC-44F1-A4B9-3BB7F04B62E3}" srcOrd="0" destOrd="0" parTransId="{FF596688-9873-4F4F-8A60-D76863152DBF}" sibTransId="{EBD02E9A-C63E-46A3-B04C-E943129BACFC}"/>
    <dgm:cxn modelId="{5DB32811-9CE8-422F-8172-EA9ADC0E1304}" type="presOf" srcId="{F01CEC5F-2312-4307-94F0-45241E6B7D13}" destId="{E59DB5BC-C8A6-4B90-8E19-801EB3849724}" srcOrd="0" destOrd="0" presId="urn:microsoft.com/office/officeart/2018/2/layout/IconVerticalSolidList"/>
    <dgm:cxn modelId="{7C551B5D-B8D8-4402-9307-870E0C1C9ED0}" type="presOf" srcId="{2C6952E8-687A-40C9-9955-F3A4765F9573}" destId="{DA1C02C5-297D-4AE0-A8E4-CFE944A0441F}" srcOrd="0" destOrd="0" presId="urn:microsoft.com/office/officeart/2018/2/layout/IconVerticalSolidList"/>
    <dgm:cxn modelId="{EBBE7F8E-649C-421B-A98A-2FE92DB5107E}" type="presOf" srcId="{EBD4A611-B9DC-44F1-A4B9-3BB7F04B62E3}" destId="{9E3BE558-77CB-4FBD-A2E8-71A60882F761}" srcOrd="0" destOrd="0" presId="urn:microsoft.com/office/officeart/2018/2/layout/IconVerticalSolidList"/>
    <dgm:cxn modelId="{AA425995-BDC7-4F17-8F9E-B459289F1171}" type="presOf" srcId="{1A2D948B-DB68-49E5-B6E2-E0EF6ABEB489}" destId="{D0D3B05C-3476-4C63-82E2-AD8B9F8AC65D}" srcOrd="0" destOrd="0" presId="urn:microsoft.com/office/officeart/2018/2/layout/IconVerticalSolidList"/>
    <dgm:cxn modelId="{830ECA9F-90BE-4B8B-B79A-FD5B09016618}" type="presOf" srcId="{EC06D8C8-FB4A-4F37-977B-5A94FCACBA44}" destId="{AEA9A0C3-0342-488A-B386-6675B54C23B9}" srcOrd="0" destOrd="0" presId="urn:microsoft.com/office/officeart/2018/2/layout/IconVerticalSolidList"/>
    <dgm:cxn modelId="{FCE39DB4-E13E-45FE-94A7-C298E223581E}" srcId="{1A2D948B-DB68-49E5-B6E2-E0EF6ABEB489}" destId="{F01CEC5F-2312-4307-94F0-45241E6B7D13}" srcOrd="3" destOrd="0" parTransId="{D13C006A-35DF-4FA6-AD70-5C44FFDF63F3}" sibTransId="{FC0FE780-C9BF-45CB-A16F-7803CC1F6FE0}"/>
    <dgm:cxn modelId="{3C5B35BA-EC16-47FE-957E-E9B7EB33F615}" srcId="{1A2D948B-DB68-49E5-B6E2-E0EF6ABEB489}" destId="{EC06D8C8-FB4A-4F37-977B-5A94FCACBA44}" srcOrd="4" destOrd="0" parTransId="{0C30BA61-E7EE-4C9E-BB4A-F94924AFDEB5}" sibTransId="{2073D576-0937-40C8-AA11-364CDF2D3399}"/>
    <dgm:cxn modelId="{98FB1BDF-EE2E-4225-B4E2-548D094B402C}" type="presOf" srcId="{05030A0F-6637-4E04-B8D7-E626ABAC58B8}" destId="{18A38700-AD53-46FD-B8B3-322EE099A6F6}" srcOrd="0" destOrd="0" presId="urn:microsoft.com/office/officeart/2018/2/layout/IconVerticalSolidList"/>
    <dgm:cxn modelId="{7A551DE5-BBC8-4931-935E-DB9528DB132B}" srcId="{1A2D948B-DB68-49E5-B6E2-E0EF6ABEB489}" destId="{2C6952E8-687A-40C9-9955-F3A4765F9573}" srcOrd="1" destOrd="0" parTransId="{828F0067-C465-4076-B3B2-957901E9F09F}" sibTransId="{65CF2300-BDF1-4114-910B-E468B484A0A1}"/>
    <dgm:cxn modelId="{01B294DF-E6C6-4B60-B767-D531D6170A90}" type="presParOf" srcId="{D0D3B05C-3476-4C63-82E2-AD8B9F8AC65D}" destId="{D2710E5E-3115-445E-A7FA-1A81A459EF60}" srcOrd="0" destOrd="0" presId="urn:microsoft.com/office/officeart/2018/2/layout/IconVerticalSolidList"/>
    <dgm:cxn modelId="{E792041C-36FE-4AE1-82DB-58D517E71C45}" type="presParOf" srcId="{D2710E5E-3115-445E-A7FA-1A81A459EF60}" destId="{1A30A81C-86AC-420C-BFAB-DAF59DF247BD}" srcOrd="0" destOrd="0" presId="urn:microsoft.com/office/officeart/2018/2/layout/IconVerticalSolidList"/>
    <dgm:cxn modelId="{BD9D02AA-4736-4082-959B-F1BEAC82AA19}" type="presParOf" srcId="{D2710E5E-3115-445E-A7FA-1A81A459EF60}" destId="{9ECA6869-20C7-4435-A071-6A1A34327384}" srcOrd="1" destOrd="0" presId="urn:microsoft.com/office/officeart/2018/2/layout/IconVerticalSolidList"/>
    <dgm:cxn modelId="{084DC18A-F701-4D02-AD7C-523E8468CBD3}" type="presParOf" srcId="{D2710E5E-3115-445E-A7FA-1A81A459EF60}" destId="{E5ACFDCD-0E6C-4FD8-8027-10BE1C51AFCF}" srcOrd="2" destOrd="0" presId="urn:microsoft.com/office/officeart/2018/2/layout/IconVerticalSolidList"/>
    <dgm:cxn modelId="{919B9501-62BD-467D-8C26-10090E65A086}" type="presParOf" srcId="{D2710E5E-3115-445E-A7FA-1A81A459EF60}" destId="{9E3BE558-77CB-4FBD-A2E8-71A60882F761}" srcOrd="3" destOrd="0" presId="urn:microsoft.com/office/officeart/2018/2/layout/IconVerticalSolidList"/>
    <dgm:cxn modelId="{69794115-24BD-4C3F-80A9-B0C0344442F2}" type="presParOf" srcId="{D0D3B05C-3476-4C63-82E2-AD8B9F8AC65D}" destId="{270CFF4B-9276-47A7-B460-1EFBD59CCAB1}" srcOrd="1" destOrd="0" presId="urn:microsoft.com/office/officeart/2018/2/layout/IconVerticalSolidList"/>
    <dgm:cxn modelId="{992D3097-76D4-44A9-B8AB-EB0093E7C7DF}" type="presParOf" srcId="{D0D3B05C-3476-4C63-82E2-AD8B9F8AC65D}" destId="{EB5183EF-D93B-42C7-8E2F-C5B99BDE7E9E}" srcOrd="2" destOrd="0" presId="urn:microsoft.com/office/officeart/2018/2/layout/IconVerticalSolidList"/>
    <dgm:cxn modelId="{59ABD53F-AE03-411C-8AAC-EEEEC823CAE9}" type="presParOf" srcId="{EB5183EF-D93B-42C7-8E2F-C5B99BDE7E9E}" destId="{C7387D8C-FF1B-49A2-AD47-560A95756935}" srcOrd="0" destOrd="0" presId="urn:microsoft.com/office/officeart/2018/2/layout/IconVerticalSolidList"/>
    <dgm:cxn modelId="{547DE68B-A42E-42D7-9A7B-E2A310C9A81C}" type="presParOf" srcId="{EB5183EF-D93B-42C7-8E2F-C5B99BDE7E9E}" destId="{F6CD8FC6-A117-44CF-AD22-32AC20D22155}" srcOrd="1" destOrd="0" presId="urn:microsoft.com/office/officeart/2018/2/layout/IconVerticalSolidList"/>
    <dgm:cxn modelId="{5AB856EB-6987-421C-BF7C-EF421A340980}" type="presParOf" srcId="{EB5183EF-D93B-42C7-8E2F-C5B99BDE7E9E}" destId="{3372BFBC-A8CD-49BB-8404-4DBC83CF1211}" srcOrd="2" destOrd="0" presId="urn:microsoft.com/office/officeart/2018/2/layout/IconVerticalSolidList"/>
    <dgm:cxn modelId="{0F79AFC8-E23E-464B-981A-2BE3FFC881F0}" type="presParOf" srcId="{EB5183EF-D93B-42C7-8E2F-C5B99BDE7E9E}" destId="{DA1C02C5-297D-4AE0-A8E4-CFE944A0441F}" srcOrd="3" destOrd="0" presId="urn:microsoft.com/office/officeart/2018/2/layout/IconVerticalSolidList"/>
    <dgm:cxn modelId="{61FB29ED-C1D8-4E81-B250-EFDEBCFC2A46}" type="presParOf" srcId="{D0D3B05C-3476-4C63-82E2-AD8B9F8AC65D}" destId="{8D4F70A1-0AA4-4C49-B6F6-8C0A3EF65B00}" srcOrd="3" destOrd="0" presId="urn:microsoft.com/office/officeart/2018/2/layout/IconVerticalSolidList"/>
    <dgm:cxn modelId="{169092E8-728C-4071-B33D-6F1411CD345A}" type="presParOf" srcId="{D0D3B05C-3476-4C63-82E2-AD8B9F8AC65D}" destId="{06CB2624-B2BE-40FC-8F03-570AF5C67275}" srcOrd="4" destOrd="0" presId="urn:microsoft.com/office/officeart/2018/2/layout/IconVerticalSolidList"/>
    <dgm:cxn modelId="{A29AC56F-DC27-4AD0-981D-E2C61391AABE}" type="presParOf" srcId="{06CB2624-B2BE-40FC-8F03-570AF5C67275}" destId="{F70E9CA5-9F0E-459A-A2E0-165548ADF7BE}" srcOrd="0" destOrd="0" presId="urn:microsoft.com/office/officeart/2018/2/layout/IconVerticalSolidList"/>
    <dgm:cxn modelId="{C4F92125-C41B-47D7-9470-F6759813BA40}" type="presParOf" srcId="{06CB2624-B2BE-40FC-8F03-570AF5C67275}" destId="{3170FEE2-8705-40FD-861C-3779BE8D1286}" srcOrd="1" destOrd="0" presId="urn:microsoft.com/office/officeart/2018/2/layout/IconVerticalSolidList"/>
    <dgm:cxn modelId="{77E2FEBD-76C3-4567-A43F-228C13C4CCBA}" type="presParOf" srcId="{06CB2624-B2BE-40FC-8F03-570AF5C67275}" destId="{A17077B7-D747-4BDA-ADDF-204F9E721ED5}" srcOrd="2" destOrd="0" presId="urn:microsoft.com/office/officeart/2018/2/layout/IconVerticalSolidList"/>
    <dgm:cxn modelId="{DE0898C6-6D49-46F6-ABC6-5B0E3595CF33}" type="presParOf" srcId="{06CB2624-B2BE-40FC-8F03-570AF5C67275}" destId="{18A38700-AD53-46FD-B8B3-322EE099A6F6}" srcOrd="3" destOrd="0" presId="urn:microsoft.com/office/officeart/2018/2/layout/IconVerticalSolidList"/>
    <dgm:cxn modelId="{6F7B0C01-FE06-4DFB-8595-1E875329947B}" type="presParOf" srcId="{D0D3B05C-3476-4C63-82E2-AD8B9F8AC65D}" destId="{33D59508-D802-478A-ABA8-593BE149B59E}" srcOrd="5" destOrd="0" presId="urn:microsoft.com/office/officeart/2018/2/layout/IconVerticalSolidList"/>
    <dgm:cxn modelId="{52C0CF16-BA76-4CA1-B912-AB0CEE2006DF}" type="presParOf" srcId="{D0D3B05C-3476-4C63-82E2-AD8B9F8AC65D}" destId="{21C07FE1-4ACC-41D7-9163-E397E95012B3}" srcOrd="6" destOrd="0" presId="urn:microsoft.com/office/officeart/2018/2/layout/IconVerticalSolidList"/>
    <dgm:cxn modelId="{189FDCA9-C68D-4A9C-BE68-2DA59AE5B4D2}" type="presParOf" srcId="{21C07FE1-4ACC-41D7-9163-E397E95012B3}" destId="{565447AB-1926-4698-8593-AA6FC72DA58C}" srcOrd="0" destOrd="0" presId="urn:microsoft.com/office/officeart/2018/2/layout/IconVerticalSolidList"/>
    <dgm:cxn modelId="{2811D1F4-0346-410D-9099-0D56680C1511}" type="presParOf" srcId="{21C07FE1-4ACC-41D7-9163-E397E95012B3}" destId="{223AF7EB-716A-4671-BD32-6EAE0A38DA07}" srcOrd="1" destOrd="0" presId="urn:microsoft.com/office/officeart/2018/2/layout/IconVerticalSolidList"/>
    <dgm:cxn modelId="{DDA7BE42-34AC-4AA1-B619-820F68BE5E4C}" type="presParOf" srcId="{21C07FE1-4ACC-41D7-9163-E397E95012B3}" destId="{E30FBFE9-E3CE-407A-B733-57197AB17A24}" srcOrd="2" destOrd="0" presId="urn:microsoft.com/office/officeart/2018/2/layout/IconVerticalSolidList"/>
    <dgm:cxn modelId="{0EF4CDF4-A5D9-4712-9762-516933B3A3EF}" type="presParOf" srcId="{21C07FE1-4ACC-41D7-9163-E397E95012B3}" destId="{E59DB5BC-C8A6-4B90-8E19-801EB3849724}" srcOrd="3" destOrd="0" presId="urn:microsoft.com/office/officeart/2018/2/layout/IconVerticalSolidList"/>
    <dgm:cxn modelId="{5390B01A-1A19-4CB7-AC05-54FC31BDCCB1}" type="presParOf" srcId="{D0D3B05C-3476-4C63-82E2-AD8B9F8AC65D}" destId="{798D0053-1EC5-4703-9F27-50268AD83737}" srcOrd="7" destOrd="0" presId="urn:microsoft.com/office/officeart/2018/2/layout/IconVerticalSolidList"/>
    <dgm:cxn modelId="{674BEC6E-DE5E-4B08-8BDA-C7D5CF452D64}" type="presParOf" srcId="{D0D3B05C-3476-4C63-82E2-AD8B9F8AC65D}" destId="{09453A94-5897-41CD-A7E8-63244F5652D8}" srcOrd="8" destOrd="0" presId="urn:microsoft.com/office/officeart/2018/2/layout/IconVerticalSolidList"/>
    <dgm:cxn modelId="{A28D109B-CFB6-473A-A65F-AC0983444CCF}" type="presParOf" srcId="{09453A94-5897-41CD-A7E8-63244F5652D8}" destId="{6F0403DB-B78F-455B-B705-240D03492BD0}" srcOrd="0" destOrd="0" presId="urn:microsoft.com/office/officeart/2018/2/layout/IconVerticalSolidList"/>
    <dgm:cxn modelId="{79F01C8A-6833-43AE-8C45-D04748349AA6}" type="presParOf" srcId="{09453A94-5897-41CD-A7E8-63244F5652D8}" destId="{C9704FED-F316-4FC1-B263-BB14A983D233}" srcOrd="1" destOrd="0" presId="urn:microsoft.com/office/officeart/2018/2/layout/IconVerticalSolidList"/>
    <dgm:cxn modelId="{4DE3B481-8A55-4CE5-A2D1-1587B641F326}" type="presParOf" srcId="{09453A94-5897-41CD-A7E8-63244F5652D8}" destId="{78A82702-A082-4BF4-B4BE-7870E564BC74}" srcOrd="2" destOrd="0" presId="urn:microsoft.com/office/officeart/2018/2/layout/IconVerticalSolidList"/>
    <dgm:cxn modelId="{28082CFB-807A-4D64-AE65-ACC8453920E2}" type="presParOf" srcId="{09453A94-5897-41CD-A7E8-63244F5652D8}" destId="{AEA9A0C3-0342-488A-B386-6675B54C23B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7D5C39-4873-494A-84CE-F32D90D1557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EE9732B-779C-4415-8574-224E404DFBB3}">
      <dgm:prSet/>
      <dgm:spPr/>
      <dgm:t>
        <a:bodyPr/>
        <a:lstStyle/>
        <a:p>
          <a:r>
            <a:rPr lang="en-US"/>
            <a:t>A robust solution which may include:</a:t>
          </a:r>
        </a:p>
      </dgm:t>
    </dgm:pt>
    <dgm:pt modelId="{7186DC43-0189-452B-A57A-CA22F261061E}" type="parTrans" cxnId="{C6F4DFB5-9D57-4F49-BA9F-E0DF4A828E18}">
      <dgm:prSet/>
      <dgm:spPr/>
      <dgm:t>
        <a:bodyPr/>
        <a:lstStyle/>
        <a:p>
          <a:endParaRPr lang="en-US"/>
        </a:p>
      </dgm:t>
    </dgm:pt>
    <dgm:pt modelId="{6EB83BE8-92D3-4F50-BE07-91931C45CD46}" type="sibTrans" cxnId="{C6F4DFB5-9D57-4F49-BA9F-E0DF4A828E18}">
      <dgm:prSet/>
      <dgm:spPr/>
      <dgm:t>
        <a:bodyPr/>
        <a:lstStyle/>
        <a:p>
          <a:endParaRPr lang="en-US"/>
        </a:p>
      </dgm:t>
    </dgm:pt>
    <dgm:pt modelId="{1382066B-94C2-49EB-807A-178114D1313D}">
      <dgm:prSet/>
      <dgm:spPr/>
      <dgm:t>
        <a:bodyPr/>
        <a:lstStyle/>
        <a:p>
          <a:r>
            <a:rPr lang="en-US"/>
            <a:t>o good exception handling that can deal with unexpected or incorrect outputs</a:t>
          </a:r>
        </a:p>
      </dgm:t>
    </dgm:pt>
    <dgm:pt modelId="{A366D89D-FFB2-49AC-85BE-463506539F18}" type="parTrans" cxnId="{DBA3BEF5-6ED5-4BC1-A880-D8BFCF053F21}">
      <dgm:prSet/>
      <dgm:spPr/>
      <dgm:t>
        <a:bodyPr/>
        <a:lstStyle/>
        <a:p>
          <a:endParaRPr lang="en-US"/>
        </a:p>
      </dgm:t>
    </dgm:pt>
    <dgm:pt modelId="{1E91AEE4-423A-497D-9B45-BB94B2997C94}" type="sibTrans" cxnId="{DBA3BEF5-6ED5-4BC1-A880-D8BFCF053F21}">
      <dgm:prSet/>
      <dgm:spPr/>
      <dgm:t>
        <a:bodyPr/>
        <a:lstStyle/>
        <a:p>
          <a:endParaRPr lang="en-US"/>
        </a:p>
      </dgm:t>
    </dgm:pt>
    <dgm:pt modelId="{A1693BF6-6B45-455F-B9F9-951E18A1F0BF}">
      <dgm:prSet/>
      <dgm:spPr/>
      <dgm:t>
        <a:bodyPr/>
        <a:lstStyle/>
        <a:p>
          <a:r>
            <a:rPr lang="en-US"/>
            <a:t>o “fall back” code to deal with different systems and platforms without crashing</a:t>
          </a:r>
        </a:p>
      </dgm:t>
    </dgm:pt>
    <dgm:pt modelId="{9F38ECE3-2296-4449-921A-D6E68068EC48}" type="parTrans" cxnId="{7361E78D-7004-4D1C-A56C-9993F0AA785E}">
      <dgm:prSet/>
      <dgm:spPr/>
      <dgm:t>
        <a:bodyPr/>
        <a:lstStyle/>
        <a:p>
          <a:endParaRPr lang="en-US"/>
        </a:p>
      </dgm:t>
    </dgm:pt>
    <dgm:pt modelId="{FAD7CB01-8B8D-49ED-BDF1-351EE43949E9}" type="sibTrans" cxnId="{7361E78D-7004-4D1C-A56C-9993F0AA785E}">
      <dgm:prSet/>
      <dgm:spPr/>
      <dgm:t>
        <a:bodyPr/>
        <a:lstStyle/>
        <a:p>
          <a:endParaRPr lang="en-US"/>
        </a:p>
      </dgm:t>
    </dgm:pt>
    <dgm:pt modelId="{E183373C-B358-430A-89D7-FF74632C5472}">
      <dgm:prSet/>
      <dgm:spPr/>
      <dgm:t>
        <a:bodyPr/>
        <a:lstStyle/>
        <a:p>
          <a:r>
            <a:rPr lang="en-US"/>
            <a:t>o Appropriate use of validation</a:t>
          </a:r>
        </a:p>
      </dgm:t>
    </dgm:pt>
    <dgm:pt modelId="{7805AEC6-C87D-4EF2-9E2D-E2DBD44A6C2C}" type="parTrans" cxnId="{4B07689A-77B4-4698-8D69-677EA59350CF}">
      <dgm:prSet/>
      <dgm:spPr/>
      <dgm:t>
        <a:bodyPr/>
        <a:lstStyle/>
        <a:p>
          <a:endParaRPr lang="en-US"/>
        </a:p>
      </dgm:t>
    </dgm:pt>
    <dgm:pt modelId="{868F78B6-3A7B-419A-A3E6-FDC3F3A9BEB8}" type="sibTrans" cxnId="{4B07689A-77B4-4698-8D69-677EA59350CF}">
      <dgm:prSet/>
      <dgm:spPr/>
      <dgm:t>
        <a:bodyPr/>
        <a:lstStyle/>
        <a:p>
          <a:endParaRPr lang="en-US"/>
        </a:p>
      </dgm:t>
    </dgm:pt>
    <dgm:pt modelId="{BEBAC300-E732-4E35-BF3E-AC2EB15F7E63}" type="pres">
      <dgm:prSet presAssocID="{3D7D5C39-4873-494A-84CE-F32D90D15576}" presName="linear" presStyleCnt="0">
        <dgm:presLayoutVars>
          <dgm:animLvl val="lvl"/>
          <dgm:resizeHandles val="exact"/>
        </dgm:presLayoutVars>
      </dgm:prSet>
      <dgm:spPr/>
    </dgm:pt>
    <dgm:pt modelId="{1CAF04DE-660E-4A69-A5B4-D9CC3FBC9D9E}" type="pres">
      <dgm:prSet presAssocID="{8EE9732B-779C-4415-8574-224E404DFBB3}" presName="parentText" presStyleLbl="node1" presStyleIdx="0" presStyleCnt="4">
        <dgm:presLayoutVars>
          <dgm:chMax val="0"/>
          <dgm:bulletEnabled val="1"/>
        </dgm:presLayoutVars>
      </dgm:prSet>
      <dgm:spPr/>
    </dgm:pt>
    <dgm:pt modelId="{5155D333-D21A-4F89-9D55-18CACC21664C}" type="pres">
      <dgm:prSet presAssocID="{6EB83BE8-92D3-4F50-BE07-91931C45CD46}" presName="spacer" presStyleCnt="0"/>
      <dgm:spPr/>
    </dgm:pt>
    <dgm:pt modelId="{4CA29AA7-676D-4B8B-858E-EEBB5B75F0BB}" type="pres">
      <dgm:prSet presAssocID="{1382066B-94C2-49EB-807A-178114D1313D}" presName="parentText" presStyleLbl="node1" presStyleIdx="1" presStyleCnt="4">
        <dgm:presLayoutVars>
          <dgm:chMax val="0"/>
          <dgm:bulletEnabled val="1"/>
        </dgm:presLayoutVars>
      </dgm:prSet>
      <dgm:spPr/>
    </dgm:pt>
    <dgm:pt modelId="{D9DEF79B-BB2E-46FB-AD12-1C33C48A6156}" type="pres">
      <dgm:prSet presAssocID="{1E91AEE4-423A-497D-9B45-BB94B2997C94}" presName="spacer" presStyleCnt="0"/>
      <dgm:spPr/>
    </dgm:pt>
    <dgm:pt modelId="{2A547244-DB61-4ED9-9F76-C65A2F05D356}" type="pres">
      <dgm:prSet presAssocID="{A1693BF6-6B45-455F-B9F9-951E18A1F0BF}" presName="parentText" presStyleLbl="node1" presStyleIdx="2" presStyleCnt="4">
        <dgm:presLayoutVars>
          <dgm:chMax val="0"/>
          <dgm:bulletEnabled val="1"/>
        </dgm:presLayoutVars>
      </dgm:prSet>
      <dgm:spPr/>
    </dgm:pt>
    <dgm:pt modelId="{1354EA2D-C4C3-4CF9-B1B0-7C1AA2238ABA}" type="pres">
      <dgm:prSet presAssocID="{FAD7CB01-8B8D-49ED-BDF1-351EE43949E9}" presName="spacer" presStyleCnt="0"/>
      <dgm:spPr/>
    </dgm:pt>
    <dgm:pt modelId="{A3465590-FE52-4948-B91E-FC31BD2D41DF}" type="pres">
      <dgm:prSet presAssocID="{E183373C-B358-430A-89D7-FF74632C5472}" presName="parentText" presStyleLbl="node1" presStyleIdx="3" presStyleCnt="4">
        <dgm:presLayoutVars>
          <dgm:chMax val="0"/>
          <dgm:bulletEnabled val="1"/>
        </dgm:presLayoutVars>
      </dgm:prSet>
      <dgm:spPr/>
    </dgm:pt>
  </dgm:ptLst>
  <dgm:cxnLst>
    <dgm:cxn modelId="{C0B04A07-A744-43F4-ACF5-7D685221BEAA}" type="presOf" srcId="{3D7D5C39-4873-494A-84CE-F32D90D15576}" destId="{BEBAC300-E732-4E35-BF3E-AC2EB15F7E63}" srcOrd="0" destOrd="0" presId="urn:microsoft.com/office/officeart/2005/8/layout/vList2"/>
    <dgm:cxn modelId="{D9FE6E86-E7A2-4ACB-A912-56BC42438638}" type="presOf" srcId="{E183373C-B358-430A-89D7-FF74632C5472}" destId="{A3465590-FE52-4948-B91E-FC31BD2D41DF}" srcOrd="0" destOrd="0" presId="urn:microsoft.com/office/officeart/2005/8/layout/vList2"/>
    <dgm:cxn modelId="{7361E78D-7004-4D1C-A56C-9993F0AA785E}" srcId="{3D7D5C39-4873-494A-84CE-F32D90D15576}" destId="{A1693BF6-6B45-455F-B9F9-951E18A1F0BF}" srcOrd="2" destOrd="0" parTransId="{9F38ECE3-2296-4449-921A-D6E68068EC48}" sibTransId="{FAD7CB01-8B8D-49ED-BDF1-351EE43949E9}"/>
    <dgm:cxn modelId="{2FA66696-180D-466F-A3DD-ED4545CAFB64}" type="presOf" srcId="{A1693BF6-6B45-455F-B9F9-951E18A1F0BF}" destId="{2A547244-DB61-4ED9-9F76-C65A2F05D356}" srcOrd="0" destOrd="0" presId="urn:microsoft.com/office/officeart/2005/8/layout/vList2"/>
    <dgm:cxn modelId="{4B07689A-77B4-4698-8D69-677EA59350CF}" srcId="{3D7D5C39-4873-494A-84CE-F32D90D15576}" destId="{E183373C-B358-430A-89D7-FF74632C5472}" srcOrd="3" destOrd="0" parTransId="{7805AEC6-C87D-4EF2-9E2D-E2DBD44A6C2C}" sibTransId="{868F78B6-3A7B-419A-A3E6-FDC3F3A9BEB8}"/>
    <dgm:cxn modelId="{C6F4DFB5-9D57-4F49-BA9F-E0DF4A828E18}" srcId="{3D7D5C39-4873-494A-84CE-F32D90D15576}" destId="{8EE9732B-779C-4415-8574-224E404DFBB3}" srcOrd="0" destOrd="0" parTransId="{7186DC43-0189-452B-A57A-CA22F261061E}" sibTransId="{6EB83BE8-92D3-4F50-BE07-91931C45CD46}"/>
    <dgm:cxn modelId="{75D108CF-973E-4B12-8DD3-63278BD10033}" type="presOf" srcId="{8EE9732B-779C-4415-8574-224E404DFBB3}" destId="{1CAF04DE-660E-4A69-A5B4-D9CC3FBC9D9E}" srcOrd="0" destOrd="0" presId="urn:microsoft.com/office/officeart/2005/8/layout/vList2"/>
    <dgm:cxn modelId="{92A6A2F5-C62B-4A02-842C-C9FEB207AF7F}" type="presOf" srcId="{1382066B-94C2-49EB-807A-178114D1313D}" destId="{4CA29AA7-676D-4B8B-858E-EEBB5B75F0BB}" srcOrd="0" destOrd="0" presId="urn:microsoft.com/office/officeart/2005/8/layout/vList2"/>
    <dgm:cxn modelId="{DBA3BEF5-6ED5-4BC1-A880-D8BFCF053F21}" srcId="{3D7D5C39-4873-494A-84CE-F32D90D15576}" destId="{1382066B-94C2-49EB-807A-178114D1313D}" srcOrd="1" destOrd="0" parTransId="{A366D89D-FFB2-49AC-85BE-463506539F18}" sibTransId="{1E91AEE4-423A-497D-9B45-BB94B2997C94}"/>
    <dgm:cxn modelId="{04CFA1BB-0C36-43BF-847B-49E557440B06}" type="presParOf" srcId="{BEBAC300-E732-4E35-BF3E-AC2EB15F7E63}" destId="{1CAF04DE-660E-4A69-A5B4-D9CC3FBC9D9E}" srcOrd="0" destOrd="0" presId="urn:microsoft.com/office/officeart/2005/8/layout/vList2"/>
    <dgm:cxn modelId="{4BCD8E45-5B13-4DDB-9E64-96B75AF7AFA4}" type="presParOf" srcId="{BEBAC300-E732-4E35-BF3E-AC2EB15F7E63}" destId="{5155D333-D21A-4F89-9D55-18CACC21664C}" srcOrd="1" destOrd="0" presId="urn:microsoft.com/office/officeart/2005/8/layout/vList2"/>
    <dgm:cxn modelId="{897D0A5B-EB4D-4BF4-9197-146A79D42F62}" type="presParOf" srcId="{BEBAC300-E732-4E35-BF3E-AC2EB15F7E63}" destId="{4CA29AA7-676D-4B8B-858E-EEBB5B75F0BB}" srcOrd="2" destOrd="0" presId="urn:microsoft.com/office/officeart/2005/8/layout/vList2"/>
    <dgm:cxn modelId="{0259E1DA-9FE7-4E13-AF38-7EBFA92F5BDC}" type="presParOf" srcId="{BEBAC300-E732-4E35-BF3E-AC2EB15F7E63}" destId="{D9DEF79B-BB2E-46FB-AD12-1C33C48A6156}" srcOrd="3" destOrd="0" presId="urn:microsoft.com/office/officeart/2005/8/layout/vList2"/>
    <dgm:cxn modelId="{A82E015D-50D6-4C6E-B922-897FAFB78E1D}" type="presParOf" srcId="{BEBAC300-E732-4E35-BF3E-AC2EB15F7E63}" destId="{2A547244-DB61-4ED9-9F76-C65A2F05D356}" srcOrd="4" destOrd="0" presId="urn:microsoft.com/office/officeart/2005/8/layout/vList2"/>
    <dgm:cxn modelId="{E0C1D4C2-03B5-4F10-86B7-C58AA7D0E96E}" type="presParOf" srcId="{BEBAC300-E732-4E35-BF3E-AC2EB15F7E63}" destId="{1354EA2D-C4C3-4CF9-B1B0-7C1AA2238ABA}" srcOrd="5" destOrd="0" presId="urn:microsoft.com/office/officeart/2005/8/layout/vList2"/>
    <dgm:cxn modelId="{C2CBEEEC-4C25-438F-8ED8-D25536A6AA2F}" type="presParOf" srcId="{BEBAC300-E732-4E35-BF3E-AC2EB15F7E63}" destId="{A3465590-FE52-4948-B91E-FC31BD2D41D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464128F-22F7-4EEA-82A9-9057C1A238E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8E830C2-581F-4F1F-B442-14201F2509A6}">
      <dgm:prSet/>
      <dgm:spPr/>
      <dgm:t>
        <a:bodyPr/>
        <a:lstStyle/>
        <a:p>
          <a:r>
            <a:rPr lang="en-US"/>
            <a:t>User guidance and error messages ensure that the product is easy to use and helpful </a:t>
          </a:r>
        </a:p>
      </dgm:t>
    </dgm:pt>
    <dgm:pt modelId="{96BE715D-FB9F-4D03-987A-71647459C61A}" type="parTrans" cxnId="{93423CB0-5024-4D63-BE22-58DBAD773E05}">
      <dgm:prSet/>
      <dgm:spPr/>
      <dgm:t>
        <a:bodyPr/>
        <a:lstStyle/>
        <a:p>
          <a:endParaRPr lang="en-US"/>
        </a:p>
      </dgm:t>
    </dgm:pt>
    <dgm:pt modelId="{AE1EE349-6BA5-4E84-A167-6F7DCE124E20}" type="sibTrans" cxnId="{93423CB0-5024-4D63-BE22-58DBAD773E05}">
      <dgm:prSet/>
      <dgm:spPr/>
      <dgm:t>
        <a:bodyPr/>
        <a:lstStyle/>
        <a:p>
          <a:endParaRPr lang="en-US"/>
        </a:p>
      </dgm:t>
    </dgm:pt>
    <dgm:pt modelId="{58ABD98A-8234-40D2-8891-E485FDF47748}">
      <dgm:prSet/>
      <dgm:spPr/>
      <dgm:t>
        <a:bodyPr/>
        <a:lstStyle/>
        <a:p>
          <a:r>
            <a:rPr lang="en-US"/>
            <a:t>which may include:</a:t>
          </a:r>
        </a:p>
      </dgm:t>
    </dgm:pt>
    <dgm:pt modelId="{B333EC01-EBDA-4C91-AB77-15E3A4605822}" type="parTrans" cxnId="{EE9D5117-9AAC-497B-8C11-A19B6B62C1AA}">
      <dgm:prSet/>
      <dgm:spPr/>
      <dgm:t>
        <a:bodyPr/>
        <a:lstStyle/>
        <a:p>
          <a:endParaRPr lang="en-US"/>
        </a:p>
      </dgm:t>
    </dgm:pt>
    <dgm:pt modelId="{BB465881-5814-4736-AC0C-1B10939A0C52}" type="sibTrans" cxnId="{EE9D5117-9AAC-497B-8C11-A19B6B62C1AA}">
      <dgm:prSet/>
      <dgm:spPr/>
      <dgm:t>
        <a:bodyPr/>
        <a:lstStyle/>
        <a:p>
          <a:endParaRPr lang="en-US"/>
        </a:p>
      </dgm:t>
    </dgm:pt>
    <dgm:pt modelId="{D1A3B3A2-1FB2-42E6-969F-5D668C7373EB}">
      <dgm:prSet/>
      <dgm:spPr/>
      <dgm:t>
        <a:bodyPr/>
        <a:lstStyle/>
        <a:p>
          <a:r>
            <a:rPr lang="en-US"/>
            <a:t>o Short and meaning full error messages (avoid jargon)</a:t>
          </a:r>
        </a:p>
      </dgm:t>
    </dgm:pt>
    <dgm:pt modelId="{2F424CB6-989F-4117-880A-2395BF2A7D69}" type="parTrans" cxnId="{7318E3EE-67F3-48EE-950E-1AE3A10F9D08}">
      <dgm:prSet/>
      <dgm:spPr/>
      <dgm:t>
        <a:bodyPr/>
        <a:lstStyle/>
        <a:p>
          <a:endParaRPr lang="en-US"/>
        </a:p>
      </dgm:t>
    </dgm:pt>
    <dgm:pt modelId="{897442EA-93BE-4E61-B435-0C5868D3FB41}" type="sibTrans" cxnId="{7318E3EE-67F3-48EE-950E-1AE3A10F9D08}">
      <dgm:prSet/>
      <dgm:spPr/>
      <dgm:t>
        <a:bodyPr/>
        <a:lstStyle/>
        <a:p>
          <a:endParaRPr lang="en-US"/>
        </a:p>
      </dgm:t>
    </dgm:pt>
    <dgm:pt modelId="{D1E11E61-98BB-4ABF-A477-3D7BB043E085}">
      <dgm:prSet/>
      <dgm:spPr/>
      <dgm:t>
        <a:bodyPr/>
        <a:lstStyle/>
        <a:p>
          <a:r>
            <a:rPr lang="en-US"/>
            <a:t>o Provides information about solution/corrective action that can be taken by the user</a:t>
          </a:r>
        </a:p>
      </dgm:t>
    </dgm:pt>
    <dgm:pt modelId="{CD777251-C2B8-4822-AE75-9EFC6213CC18}" type="parTrans" cxnId="{D14D5FE1-07C9-4259-9B79-23A304DBFAC1}">
      <dgm:prSet/>
      <dgm:spPr/>
      <dgm:t>
        <a:bodyPr/>
        <a:lstStyle/>
        <a:p>
          <a:endParaRPr lang="en-US"/>
        </a:p>
      </dgm:t>
    </dgm:pt>
    <dgm:pt modelId="{065379DB-178A-4AF2-91ED-397679BC7384}" type="sibTrans" cxnId="{D14D5FE1-07C9-4259-9B79-23A304DBFAC1}">
      <dgm:prSet/>
      <dgm:spPr/>
      <dgm:t>
        <a:bodyPr/>
        <a:lstStyle/>
        <a:p>
          <a:endParaRPr lang="en-US"/>
        </a:p>
      </dgm:t>
    </dgm:pt>
    <dgm:pt modelId="{620C74FF-FEE8-42C8-AB5A-5613D788A400}">
      <dgm:prSet/>
      <dgm:spPr/>
      <dgm:t>
        <a:bodyPr/>
        <a:lstStyle/>
        <a:p>
          <a:r>
            <a:rPr lang="en-US"/>
            <a:t>o Help/instructions and/or meaningful feature labels to reduce errors</a:t>
          </a:r>
        </a:p>
      </dgm:t>
    </dgm:pt>
    <dgm:pt modelId="{E9F7DDE3-72B8-4D7D-907C-931F0128E12F}" type="parTrans" cxnId="{74047545-ED2E-4FA2-9E8B-6CC59238B044}">
      <dgm:prSet/>
      <dgm:spPr/>
      <dgm:t>
        <a:bodyPr/>
        <a:lstStyle/>
        <a:p>
          <a:endParaRPr lang="en-US"/>
        </a:p>
      </dgm:t>
    </dgm:pt>
    <dgm:pt modelId="{F05CD0BE-7784-4EA0-AA0D-1467E1BD303D}" type="sibTrans" cxnId="{74047545-ED2E-4FA2-9E8B-6CC59238B044}">
      <dgm:prSet/>
      <dgm:spPr/>
      <dgm:t>
        <a:bodyPr/>
        <a:lstStyle/>
        <a:p>
          <a:endParaRPr lang="en-US"/>
        </a:p>
      </dgm:t>
    </dgm:pt>
    <dgm:pt modelId="{44DF58F2-E1C7-47E5-BC6E-9204FB3AFE44}" type="pres">
      <dgm:prSet presAssocID="{6464128F-22F7-4EEA-82A9-9057C1A238E6}" presName="linear" presStyleCnt="0">
        <dgm:presLayoutVars>
          <dgm:animLvl val="lvl"/>
          <dgm:resizeHandles val="exact"/>
        </dgm:presLayoutVars>
      </dgm:prSet>
      <dgm:spPr/>
    </dgm:pt>
    <dgm:pt modelId="{DE71F0E7-BE0D-4594-8237-AF1EC9170879}" type="pres">
      <dgm:prSet presAssocID="{18E830C2-581F-4F1F-B442-14201F2509A6}" presName="parentText" presStyleLbl="node1" presStyleIdx="0" presStyleCnt="5">
        <dgm:presLayoutVars>
          <dgm:chMax val="0"/>
          <dgm:bulletEnabled val="1"/>
        </dgm:presLayoutVars>
      </dgm:prSet>
      <dgm:spPr/>
    </dgm:pt>
    <dgm:pt modelId="{FE8FF914-4869-4AF9-B841-4F030FB7A9DF}" type="pres">
      <dgm:prSet presAssocID="{AE1EE349-6BA5-4E84-A167-6F7DCE124E20}" presName="spacer" presStyleCnt="0"/>
      <dgm:spPr/>
    </dgm:pt>
    <dgm:pt modelId="{F521DC02-B700-427C-9625-282BBE281695}" type="pres">
      <dgm:prSet presAssocID="{58ABD98A-8234-40D2-8891-E485FDF47748}" presName="parentText" presStyleLbl="node1" presStyleIdx="1" presStyleCnt="5">
        <dgm:presLayoutVars>
          <dgm:chMax val="0"/>
          <dgm:bulletEnabled val="1"/>
        </dgm:presLayoutVars>
      </dgm:prSet>
      <dgm:spPr/>
    </dgm:pt>
    <dgm:pt modelId="{0FC75ED2-CFEB-4816-ADF7-6EE1F7ED2F18}" type="pres">
      <dgm:prSet presAssocID="{BB465881-5814-4736-AC0C-1B10939A0C52}" presName="spacer" presStyleCnt="0"/>
      <dgm:spPr/>
    </dgm:pt>
    <dgm:pt modelId="{F7DAFC49-6745-4F51-A220-14E752EA04B7}" type="pres">
      <dgm:prSet presAssocID="{D1A3B3A2-1FB2-42E6-969F-5D668C7373EB}" presName="parentText" presStyleLbl="node1" presStyleIdx="2" presStyleCnt="5">
        <dgm:presLayoutVars>
          <dgm:chMax val="0"/>
          <dgm:bulletEnabled val="1"/>
        </dgm:presLayoutVars>
      </dgm:prSet>
      <dgm:spPr/>
    </dgm:pt>
    <dgm:pt modelId="{D50B1928-676D-4FD2-9B1F-C9067176892C}" type="pres">
      <dgm:prSet presAssocID="{897442EA-93BE-4E61-B435-0C5868D3FB41}" presName="spacer" presStyleCnt="0"/>
      <dgm:spPr/>
    </dgm:pt>
    <dgm:pt modelId="{7CB1434F-1A1D-4E76-8C74-04E9BEE53FCD}" type="pres">
      <dgm:prSet presAssocID="{D1E11E61-98BB-4ABF-A477-3D7BB043E085}" presName="parentText" presStyleLbl="node1" presStyleIdx="3" presStyleCnt="5">
        <dgm:presLayoutVars>
          <dgm:chMax val="0"/>
          <dgm:bulletEnabled val="1"/>
        </dgm:presLayoutVars>
      </dgm:prSet>
      <dgm:spPr/>
    </dgm:pt>
    <dgm:pt modelId="{C77EB208-9609-417A-A75C-C427678CD350}" type="pres">
      <dgm:prSet presAssocID="{065379DB-178A-4AF2-91ED-397679BC7384}" presName="spacer" presStyleCnt="0"/>
      <dgm:spPr/>
    </dgm:pt>
    <dgm:pt modelId="{81E39ADF-5C23-4FC0-953E-15D7A5C859A5}" type="pres">
      <dgm:prSet presAssocID="{620C74FF-FEE8-42C8-AB5A-5613D788A400}" presName="parentText" presStyleLbl="node1" presStyleIdx="4" presStyleCnt="5">
        <dgm:presLayoutVars>
          <dgm:chMax val="0"/>
          <dgm:bulletEnabled val="1"/>
        </dgm:presLayoutVars>
      </dgm:prSet>
      <dgm:spPr/>
    </dgm:pt>
  </dgm:ptLst>
  <dgm:cxnLst>
    <dgm:cxn modelId="{EE9D5117-9AAC-497B-8C11-A19B6B62C1AA}" srcId="{6464128F-22F7-4EEA-82A9-9057C1A238E6}" destId="{58ABD98A-8234-40D2-8891-E485FDF47748}" srcOrd="1" destOrd="0" parTransId="{B333EC01-EBDA-4C91-AB77-15E3A4605822}" sibTransId="{BB465881-5814-4736-AC0C-1B10939A0C52}"/>
    <dgm:cxn modelId="{D01B7164-5813-4896-928B-B0B8035DBD1A}" type="presOf" srcId="{620C74FF-FEE8-42C8-AB5A-5613D788A400}" destId="{81E39ADF-5C23-4FC0-953E-15D7A5C859A5}" srcOrd="0" destOrd="0" presId="urn:microsoft.com/office/officeart/2005/8/layout/vList2"/>
    <dgm:cxn modelId="{74047545-ED2E-4FA2-9E8B-6CC59238B044}" srcId="{6464128F-22F7-4EEA-82A9-9057C1A238E6}" destId="{620C74FF-FEE8-42C8-AB5A-5613D788A400}" srcOrd="4" destOrd="0" parTransId="{E9F7DDE3-72B8-4D7D-907C-931F0128E12F}" sibTransId="{F05CD0BE-7784-4EA0-AA0D-1467E1BD303D}"/>
    <dgm:cxn modelId="{1C7A4267-4F73-49D3-B7A7-B1A72B5BF928}" type="presOf" srcId="{D1A3B3A2-1FB2-42E6-969F-5D668C7373EB}" destId="{F7DAFC49-6745-4F51-A220-14E752EA04B7}" srcOrd="0" destOrd="0" presId="urn:microsoft.com/office/officeart/2005/8/layout/vList2"/>
    <dgm:cxn modelId="{1647BE8D-3C41-45C8-8B03-815F58216441}" type="presOf" srcId="{58ABD98A-8234-40D2-8891-E485FDF47748}" destId="{F521DC02-B700-427C-9625-282BBE281695}" srcOrd="0" destOrd="0" presId="urn:microsoft.com/office/officeart/2005/8/layout/vList2"/>
    <dgm:cxn modelId="{819759AD-3CEE-4675-B63A-5CDA759EBA9F}" type="presOf" srcId="{6464128F-22F7-4EEA-82A9-9057C1A238E6}" destId="{44DF58F2-E1C7-47E5-BC6E-9204FB3AFE44}" srcOrd="0" destOrd="0" presId="urn:microsoft.com/office/officeart/2005/8/layout/vList2"/>
    <dgm:cxn modelId="{93423CB0-5024-4D63-BE22-58DBAD773E05}" srcId="{6464128F-22F7-4EEA-82A9-9057C1A238E6}" destId="{18E830C2-581F-4F1F-B442-14201F2509A6}" srcOrd="0" destOrd="0" parTransId="{96BE715D-FB9F-4D03-987A-71647459C61A}" sibTransId="{AE1EE349-6BA5-4E84-A167-6F7DCE124E20}"/>
    <dgm:cxn modelId="{D14D5FE1-07C9-4259-9B79-23A304DBFAC1}" srcId="{6464128F-22F7-4EEA-82A9-9057C1A238E6}" destId="{D1E11E61-98BB-4ABF-A477-3D7BB043E085}" srcOrd="3" destOrd="0" parTransId="{CD777251-C2B8-4822-AE75-9EFC6213CC18}" sibTransId="{065379DB-178A-4AF2-91ED-397679BC7384}"/>
    <dgm:cxn modelId="{7318E3EE-67F3-48EE-950E-1AE3A10F9D08}" srcId="{6464128F-22F7-4EEA-82A9-9057C1A238E6}" destId="{D1A3B3A2-1FB2-42E6-969F-5D668C7373EB}" srcOrd="2" destOrd="0" parTransId="{2F424CB6-989F-4117-880A-2395BF2A7D69}" sibTransId="{897442EA-93BE-4E61-B435-0C5868D3FB41}"/>
    <dgm:cxn modelId="{1D978BF9-B5CB-4622-A5C5-462C95CF88DD}" type="presOf" srcId="{D1E11E61-98BB-4ABF-A477-3D7BB043E085}" destId="{7CB1434F-1A1D-4E76-8C74-04E9BEE53FCD}" srcOrd="0" destOrd="0" presId="urn:microsoft.com/office/officeart/2005/8/layout/vList2"/>
    <dgm:cxn modelId="{584A47FF-5C48-4F50-802D-A877E35FA672}" type="presOf" srcId="{18E830C2-581F-4F1F-B442-14201F2509A6}" destId="{DE71F0E7-BE0D-4594-8237-AF1EC9170879}" srcOrd="0" destOrd="0" presId="urn:microsoft.com/office/officeart/2005/8/layout/vList2"/>
    <dgm:cxn modelId="{141B9178-6FB2-42CF-A1BC-E22FBDC0CC6F}" type="presParOf" srcId="{44DF58F2-E1C7-47E5-BC6E-9204FB3AFE44}" destId="{DE71F0E7-BE0D-4594-8237-AF1EC9170879}" srcOrd="0" destOrd="0" presId="urn:microsoft.com/office/officeart/2005/8/layout/vList2"/>
    <dgm:cxn modelId="{B97C582B-7855-4323-A9F7-A04A7A9C3AF7}" type="presParOf" srcId="{44DF58F2-E1C7-47E5-BC6E-9204FB3AFE44}" destId="{FE8FF914-4869-4AF9-B841-4F030FB7A9DF}" srcOrd="1" destOrd="0" presId="urn:microsoft.com/office/officeart/2005/8/layout/vList2"/>
    <dgm:cxn modelId="{DF3B5A61-3614-4F79-9E2D-25FE4F54EECA}" type="presParOf" srcId="{44DF58F2-E1C7-47E5-BC6E-9204FB3AFE44}" destId="{F521DC02-B700-427C-9625-282BBE281695}" srcOrd="2" destOrd="0" presId="urn:microsoft.com/office/officeart/2005/8/layout/vList2"/>
    <dgm:cxn modelId="{3F4D829E-5A09-4586-A8C3-9F1169291066}" type="presParOf" srcId="{44DF58F2-E1C7-47E5-BC6E-9204FB3AFE44}" destId="{0FC75ED2-CFEB-4816-ADF7-6EE1F7ED2F18}" srcOrd="3" destOrd="0" presId="urn:microsoft.com/office/officeart/2005/8/layout/vList2"/>
    <dgm:cxn modelId="{D3A288E6-1D4E-4CE6-88C7-4EA5CFF4BEFA}" type="presParOf" srcId="{44DF58F2-E1C7-47E5-BC6E-9204FB3AFE44}" destId="{F7DAFC49-6745-4F51-A220-14E752EA04B7}" srcOrd="4" destOrd="0" presId="urn:microsoft.com/office/officeart/2005/8/layout/vList2"/>
    <dgm:cxn modelId="{D954519A-153E-4478-95B4-DCB780EE1720}" type="presParOf" srcId="{44DF58F2-E1C7-47E5-BC6E-9204FB3AFE44}" destId="{D50B1928-676D-4FD2-9B1F-C9067176892C}" srcOrd="5" destOrd="0" presId="urn:microsoft.com/office/officeart/2005/8/layout/vList2"/>
    <dgm:cxn modelId="{00AA559D-AC02-4CB1-939D-6E2E07B47009}" type="presParOf" srcId="{44DF58F2-E1C7-47E5-BC6E-9204FB3AFE44}" destId="{7CB1434F-1A1D-4E76-8C74-04E9BEE53FCD}" srcOrd="6" destOrd="0" presId="urn:microsoft.com/office/officeart/2005/8/layout/vList2"/>
    <dgm:cxn modelId="{4C473A39-734F-41A9-8E2F-038AD882262A}" type="presParOf" srcId="{44DF58F2-E1C7-47E5-BC6E-9204FB3AFE44}" destId="{C77EB208-9609-417A-A75C-C427678CD350}" srcOrd="7" destOrd="0" presId="urn:microsoft.com/office/officeart/2005/8/layout/vList2"/>
    <dgm:cxn modelId="{D7C65520-E14A-4FA6-953C-F11CC6937C87}" type="presParOf" srcId="{44DF58F2-E1C7-47E5-BC6E-9204FB3AFE44}" destId="{81E39ADF-5C23-4FC0-953E-15D7A5C859A5}"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628BE77-8E7E-4756-9455-B967C0615AA7}"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9479F00B-B1D4-4906-A6DD-033C8F4A9A6B}">
      <dgm:prSet/>
      <dgm:spPr/>
      <dgm:t>
        <a:bodyPr/>
        <a:lstStyle/>
        <a:p>
          <a:r>
            <a:rPr lang="en-US"/>
            <a:t>Accessibility has been considered and there should be evidence that their design takes </a:t>
          </a:r>
        </a:p>
      </dgm:t>
    </dgm:pt>
    <dgm:pt modelId="{EA501D90-4F6F-407B-9B07-0E690B244BF6}" type="parTrans" cxnId="{02C8440D-65DE-4547-9311-C41F9D65A619}">
      <dgm:prSet/>
      <dgm:spPr/>
      <dgm:t>
        <a:bodyPr/>
        <a:lstStyle/>
        <a:p>
          <a:endParaRPr lang="en-US"/>
        </a:p>
      </dgm:t>
    </dgm:pt>
    <dgm:pt modelId="{562F867F-BAB3-48DC-83DA-0CC7DDC63A27}" type="sibTrans" cxnId="{02C8440D-65DE-4547-9311-C41F9D65A619}">
      <dgm:prSet/>
      <dgm:spPr/>
      <dgm:t>
        <a:bodyPr/>
        <a:lstStyle/>
        <a:p>
          <a:endParaRPr lang="en-US"/>
        </a:p>
      </dgm:t>
    </dgm:pt>
    <dgm:pt modelId="{FD6F1E65-A1F4-42AB-BC88-E73A3EE4F653}">
      <dgm:prSet/>
      <dgm:spPr/>
      <dgm:t>
        <a:bodyPr/>
        <a:lstStyle/>
        <a:p>
          <a:r>
            <a:rPr lang="en-US"/>
            <a:t>different users in to account such as:</a:t>
          </a:r>
        </a:p>
      </dgm:t>
    </dgm:pt>
    <dgm:pt modelId="{4F56BD5D-6A59-4CBE-90B5-1043EF8AAD20}" type="parTrans" cxnId="{6639101D-122F-41C7-8300-2374E3BD75BB}">
      <dgm:prSet/>
      <dgm:spPr/>
      <dgm:t>
        <a:bodyPr/>
        <a:lstStyle/>
        <a:p>
          <a:endParaRPr lang="en-US"/>
        </a:p>
      </dgm:t>
    </dgm:pt>
    <dgm:pt modelId="{766F380D-122B-45F8-84D0-AFB19D157BE9}" type="sibTrans" cxnId="{6639101D-122F-41C7-8300-2374E3BD75BB}">
      <dgm:prSet/>
      <dgm:spPr/>
      <dgm:t>
        <a:bodyPr/>
        <a:lstStyle/>
        <a:p>
          <a:endParaRPr lang="en-US"/>
        </a:p>
      </dgm:t>
    </dgm:pt>
    <dgm:pt modelId="{73D320A8-8F1A-4D41-9B7A-61CC28D62B18}">
      <dgm:prSet/>
      <dgm:spPr/>
      <dgm:t>
        <a:bodyPr/>
        <a:lstStyle/>
        <a:p>
          <a:r>
            <a:rPr lang="en-US"/>
            <a:t>o Selectable accessibility features (e.g. adjustable fonts, colours etc.)</a:t>
          </a:r>
        </a:p>
      </dgm:t>
    </dgm:pt>
    <dgm:pt modelId="{E39565F6-61E4-4738-BA0A-0F025B798E4A}" type="parTrans" cxnId="{B656ACFC-195A-4520-B49B-45DCA8FBA528}">
      <dgm:prSet/>
      <dgm:spPr/>
      <dgm:t>
        <a:bodyPr/>
        <a:lstStyle/>
        <a:p>
          <a:endParaRPr lang="en-US"/>
        </a:p>
      </dgm:t>
    </dgm:pt>
    <dgm:pt modelId="{85CB3D8B-D864-46F1-AB3B-C40E3D913369}" type="sibTrans" cxnId="{B656ACFC-195A-4520-B49B-45DCA8FBA528}">
      <dgm:prSet/>
      <dgm:spPr/>
      <dgm:t>
        <a:bodyPr/>
        <a:lstStyle/>
        <a:p>
          <a:endParaRPr lang="en-US"/>
        </a:p>
      </dgm:t>
    </dgm:pt>
    <dgm:pt modelId="{EA50934C-75C8-4A9C-A6BD-D4B8FD2BBF3C}">
      <dgm:prSet/>
      <dgm:spPr/>
      <dgm:t>
        <a:bodyPr/>
        <a:lstStyle/>
        <a:p>
          <a:r>
            <a:rPr lang="en-US"/>
            <a:t>o Sensible font and colour base colour selection</a:t>
          </a:r>
        </a:p>
      </dgm:t>
    </dgm:pt>
    <dgm:pt modelId="{40AF1E9A-D147-406D-9B9D-0176391FB1DD}" type="parTrans" cxnId="{31173F0D-1079-4195-BD70-00366205859E}">
      <dgm:prSet/>
      <dgm:spPr/>
      <dgm:t>
        <a:bodyPr/>
        <a:lstStyle/>
        <a:p>
          <a:endParaRPr lang="en-US"/>
        </a:p>
      </dgm:t>
    </dgm:pt>
    <dgm:pt modelId="{6953AC2D-8015-4EF7-A0E7-9A45A331FF18}" type="sibTrans" cxnId="{31173F0D-1079-4195-BD70-00366205859E}">
      <dgm:prSet/>
      <dgm:spPr/>
      <dgm:t>
        <a:bodyPr/>
        <a:lstStyle/>
        <a:p>
          <a:endParaRPr lang="en-US"/>
        </a:p>
      </dgm:t>
    </dgm:pt>
    <dgm:pt modelId="{6BEEAEB1-41F0-41F4-BBF2-25072F19F1D2}" type="pres">
      <dgm:prSet presAssocID="{3628BE77-8E7E-4756-9455-B967C0615AA7}" presName="vert0" presStyleCnt="0">
        <dgm:presLayoutVars>
          <dgm:dir/>
          <dgm:animOne val="branch"/>
          <dgm:animLvl val="lvl"/>
        </dgm:presLayoutVars>
      </dgm:prSet>
      <dgm:spPr/>
    </dgm:pt>
    <dgm:pt modelId="{A17249C6-44B2-41B4-85F5-DAC698A40955}" type="pres">
      <dgm:prSet presAssocID="{9479F00B-B1D4-4906-A6DD-033C8F4A9A6B}" presName="thickLine" presStyleLbl="alignNode1" presStyleIdx="0" presStyleCnt="4"/>
      <dgm:spPr/>
    </dgm:pt>
    <dgm:pt modelId="{1AAA59C2-7DF3-4D2D-BCD1-FA4FD1EA1E59}" type="pres">
      <dgm:prSet presAssocID="{9479F00B-B1D4-4906-A6DD-033C8F4A9A6B}" presName="horz1" presStyleCnt="0"/>
      <dgm:spPr/>
    </dgm:pt>
    <dgm:pt modelId="{790B92EE-41C0-4C9D-BEED-7F1D037DB52C}" type="pres">
      <dgm:prSet presAssocID="{9479F00B-B1D4-4906-A6DD-033C8F4A9A6B}" presName="tx1" presStyleLbl="revTx" presStyleIdx="0" presStyleCnt="4"/>
      <dgm:spPr/>
    </dgm:pt>
    <dgm:pt modelId="{0368A04E-26F4-4895-B760-A69FBDB905E7}" type="pres">
      <dgm:prSet presAssocID="{9479F00B-B1D4-4906-A6DD-033C8F4A9A6B}" presName="vert1" presStyleCnt="0"/>
      <dgm:spPr/>
    </dgm:pt>
    <dgm:pt modelId="{6B23BACC-506C-4CF5-9B10-6956419C648D}" type="pres">
      <dgm:prSet presAssocID="{FD6F1E65-A1F4-42AB-BC88-E73A3EE4F653}" presName="thickLine" presStyleLbl="alignNode1" presStyleIdx="1" presStyleCnt="4"/>
      <dgm:spPr/>
    </dgm:pt>
    <dgm:pt modelId="{F9BE8792-95C3-4506-B403-3AA52E126914}" type="pres">
      <dgm:prSet presAssocID="{FD6F1E65-A1F4-42AB-BC88-E73A3EE4F653}" presName="horz1" presStyleCnt="0"/>
      <dgm:spPr/>
    </dgm:pt>
    <dgm:pt modelId="{4D244272-D01C-4012-90AF-60EF41313928}" type="pres">
      <dgm:prSet presAssocID="{FD6F1E65-A1F4-42AB-BC88-E73A3EE4F653}" presName="tx1" presStyleLbl="revTx" presStyleIdx="1" presStyleCnt="4"/>
      <dgm:spPr/>
    </dgm:pt>
    <dgm:pt modelId="{E6B2B6D0-759E-4D0E-8243-49FA3F003B5C}" type="pres">
      <dgm:prSet presAssocID="{FD6F1E65-A1F4-42AB-BC88-E73A3EE4F653}" presName="vert1" presStyleCnt="0"/>
      <dgm:spPr/>
    </dgm:pt>
    <dgm:pt modelId="{CF665EE5-3186-4640-A571-86D4EAAF1359}" type="pres">
      <dgm:prSet presAssocID="{73D320A8-8F1A-4D41-9B7A-61CC28D62B18}" presName="thickLine" presStyleLbl="alignNode1" presStyleIdx="2" presStyleCnt="4"/>
      <dgm:spPr/>
    </dgm:pt>
    <dgm:pt modelId="{F6F7652D-0D11-4EB1-A37D-C15039746402}" type="pres">
      <dgm:prSet presAssocID="{73D320A8-8F1A-4D41-9B7A-61CC28D62B18}" presName="horz1" presStyleCnt="0"/>
      <dgm:spPr/>
    </dgm:pt>
    <dgm:pt modelId="{033BE5E4-AF6D-4C5D-BF88-845C0CEAECF6}" type="pres">
      <dgm:prSet presAssocID="{73D320A8-8F1A-4D41-9B7A-61CC28D62B18}" presName="tx1" presStyleLbl="revTx" presStyleIdx="2" presStyleCnt="4"/>
      <dgm:spPr/>
    </dgm:pt>
    <dgm:pt modelId="{F3D2F6B4-7D04-43D9-913A-38BA972F6FB9}" type="pres">
      <dgm:prSet presAssocID="{73D320A8-8F1A-4D41-9B7A-61CC28D62B18}" presName="vert1" presStyleCnt="0"/>
      <dgm:spPr/>
    </dgm:pt>
    <dgm:pt modelId="{6DAE658D-ACFD-454B-A214-C4B7EB60475E}" type="pres">
      <dgm:prSet presAssocID="{EA50934C-75C8-4A9C-A6BD-D4B8FD2BBF3C}" presName="thickLine" presStyleLbl="alignNode1" presStyleIdx="3" presStyleCnt="4"/>
      <dgm:spPr/>
    </dgm:pt>
    <dgm:pt modelId="{24A381A9-5F7E-4716-919A-0A03A3D527D7}" type="pres">
      <dgm:prSet presAssocID="{EA50934C-75C8-4A9C-A6BD-D4B8FD2BBF3C}" presName="horz1" presStyleCnt="0"/>
      <dgm:spPr/>
    </dgm:pt>
    <dgm:pt modelId="{79C1FCA4-164C-4D56-AA8C-1E39BF02AFAD}" type="pres">
      <dgm:prSet presAssocID="{EA50934C-75C8-4A9C-A6BD-D4B8FD2BBF3C}" presName="tx1" presStyleLbl="revTx" presStyleIdx="3" presStyleCnt="4"/>
      <dgm:spPr/>
    </dgm:pt>
    <dgm:pt modelId="{3AA13010-10FC-4E9E-9D3E-0E8F123BC96C}" type="pres">
      <dgm:prSet presAssocID="{EA50934C-75C8-4A9C-A6BD-D4B8FD2BBF3C}" presName="vert1" presStyleCnt="0"/>
      <dgm:spPr/>
    </dgm:pt>
  </dgm:ptLst>
  <dgm:cxnLst>
    <dgm:cxn modelId="{31173F0D-1079-4195-BD70-00366205859E}" srcId="{3628BE77-8E7E-4756-9455-B967C0615AA7}" destId="{EA50934C-75C8-4A9C-A6BD-D4B8FD2BBF3C}" srcOrd="3" destOrd="0" parTransId="{40AF1E9A-D147-406D-9B9D-0176391FB1DD}" sibTransId="{6953AC2D-8015-4EF7-A0E7-9A45A331FF18}"/>
    <dgm:cxn modelId="{02C8440D-65DE-4547-9311-C41F9D65A619}" srcId="{3628BE77-8E7E-4756-9455-B967C0615AA7}" destId="{9479F00B-B1D4-4906-A6DD-033C8F4A9A6B}" srcOrd="0" destOrd="0" parTransId="{EA501D90-4F6F-407B-9B07-0E690B244BF6}" sibTransId="{562F867F-BAB3-48DC-83DA-0CC7DDC63A27}"/>
    <dgm:cxn modelId="{7C922417-A715-406F-A065-C8CF448D21B5}" type="presOf" srcId="{EA50934C-75C8-4A9C-A6BD-D4B8FD2BBF3C}" destId="{79C1FCA4-164C-4D56-AA8C-1E39BF02AFAD}" srcOrd="0" destOrd="0" presId="urn:microsoft.com/office/officeart/2008/layout/LinedList"/>
    <dgm:cxn modelId="{6639101D-122F-41C7-8300-2374E3BD75BB}" srcId="{3628BE77-8E7E-4756-9455-B967C0615AA7}" destId="{FD6F1E65-A1F4-42AB-BC88-E73A3EE4F653}" srcOrd="1" destOrd="0" parTransId="{4F56BD5D-6A59-4CBE-90B5-1043EF8AAD20}" sibTransId="{766F380D-122B-45F8-84D0-AFB19D157BE9}"/>
    <dgm:cxn modelId="{113B8680-04C4-4F52-A936-F06C43BFC061}" type="presOf" srcId="{73D320A8-8F1A-4D41-9B7A-61CC28D62B18}" destId="{033BE5E4-AF6D-4C5D-BF88-845C0CEAECF6}" srcOrd="0" destOrd="0" presId="urn:microsoft.com/office/officeart/2008/layout/LinedList"/>
    <dgm:cxn modelId="{C5D6CA98-B5F3-4089-843B-B9602F53BE7D}" type="presOf" srcId="{3628BE77-8E7E-4756-9455-B967C0615AA7}" destId="{6BEEAEB1-41F0-41F4-BBF2-25072F19F1D2}" srcOrd="0" destOrd="0" presId="urn:microsoft.com/office/officeart/2008/layout/LinedList"/>
    <dgm:cxn modelId="{2B9332B0-8881-4DE9-8695-AD55ED2CF22B}" type="presOf" srcId="{FD6F1E65-A1F4-42AB-BC88-E73A3EE4F653}" destId="{4D244272-D01C-4012-90AF-60EF41313928}" srcOrd="0" destOrd="0" presId="urn:microsoft.com/office/officeart/2008/layout/LinedList"/>
    <dgm:cxn modelId="{8C0590C1-503F-44C2-9F88-EE14697987C6}" type="presOf" srcId="{9479F00B-B1D4-4906-A6DD-033C8F4A9A6B}" destId="{790B92EE-41C0-4C9D-BEED-7F1D037DB52C}" srcOrd="0" destOrd="0" presId="urn:microsoft.com/office/officeart/2008/layout/LinedList"/>
    <dgm:cxn modelId="{B656ACFC-195A-4520-B49B-45DCA8FBA528}" srcId="{3628BE77-8E7E-4756-9455-B967C0615AA7}" destId="{73D320A8-8F1A-4D41-9B7A-61CC28D62B18}" srcOrd="2" destOrd="0" parTransId="{E39565F6-61E4-4738-BA0A-0F025B798E4A}" sibTransId="{85CB3D8B-D864-46F1-AB3B-C40E3D913369}"/>
    <dgm:cxn modelId="{C26BD7C0-FC3B-4E79-AF8A-F4A2F7F8F869}" type="presParOf" srcId="{6BEEAEB1-41F0-41F4-BBF2-25072F19F1D2}" destId="{A17249C6-44B2-41B4-85F5-DAC698A40955}" srcOrd="0" destOrd="0" presId="urn:microsoft.com/office/officeart/2008/layout/LinedList"/>
    <dgm:cxn modelId="{0341E40A-5270-4A8B-9C4E-A8F6B04B3830}" type="presParOf" srcId="{6BEEAEB1-41F0-41F4-BBF2-25072F19F1D2}" destId="{1AAA59C2-7DF3-4D2D-BCD1-FA4FD1EA1E59}" srcOrd="1" destOrd="0" presId="urn:microsoft.com/office/officeart/2008/layout/LinedList"/>
    <dgm:cxn modelId="{CC6B513F-8E89-4179-8CEC-8C890237C8D2}" type="presParOf" srcId="{1AAA59C2-7DF3-4D2D-BCD1-FA4FD1EA1E59}" destId="{790B92EE-41C0-4C9D-BEED-7F1D037DB52C}" srcOrd="0" destOrd="0" presId="urn:microsoft.com/office/officeart/2008/layout/LinedList"/>
    <dgm:cxn modelId="{BA89FEA3-DB81-4B9C-BA98-FDD7CBC1AED9}" type="presParOf" srcId="{1AAA59C2-7DF3-4D2D-BCD1-FA4FD1EA1E59}" destId="{0368A04E-26F4-4895-B760-A69FBDB905E7}" srcOrd="1" destOrd="0" presId="urn:microsoft.com/office/officeart/2008/layout/LinedList"/>
    <dgm:cxn modelId="{B07C71F5-A991-413B-BF2D-9920732E0271}" type="presParOf" srcId="{6BEEAEB1-41F0-41F4-BBF2-25072F19F1D2}" destId="{6B23BACC-506C-4CF5-9B10-6956419C648D}" srcOrd="2" destOrd="0" presId="urn:microsoft.com/office/officeart/2008/layout/LinedList"/>
    <dgm:cxn modelId="{D9167365-A478-4E77-88C6-8CD3997A5C8D}" type="presParOf" srcId="{6BEEAEB1-41F0-41F4-BBF2-25072F19F1D2}" destId="{F9BE8792-95C3-4506-B403-3AA52E126914}" srcOrd="3" destOrd="0" presId="urn:microsoft.com/office/officeart/2008/layout/LinedList"/>
    <dgm:cxn modelId="{55E88915-1357-4997-A2EF-55C75F8AE8FE}" type="presParOf" srcId="{F9BE8792-95C3-4506-B403-3AA52E126914}" destId="{4D244272-D01C-4012-90AF-60EF41313928}" srcOrd="0" destOrd="0" presId="urn:microsoft.com/office/officeart/2008/layout/LinedList"/>
    <dgm:cxn modelId="{ADDB58B3-E3EB-4464-81A5-E14309676574}" type="presParOf" srcId="{F9BE8792-95C3-4506-B403-3AA52E126914}" destId="{E6B2B6D0-759E-4D0E-8243-49FA3F003B5C}" srcOrd="1" destOrd="0" presId="urn:microsoft.com/office/officeart/2008/layout/LinedList"/>
    <dgm:cxn modelId="{F003DC86-C572-4CF8-A214-36E31A387B0D}" type="presParOf" srcId="{6BEEAEB1-41F0-41F4-BBF2-25072F19F1D2}" destId="{CF665EE5-3186-4640-A571-86D4EAAF1359}" srcOrd="4" destOrd="0" presId="urn:microsoft.com/office/officeart/2008/layout/LinedList"/>
    <dgm:cxn modelId="{D00770F6-63A7-4D54-8954-7903774E76D9}" type="presParOf" srcId="{6BEEAEB1-41F0-41F4-BBF2-25072F19F1D2}" destId="{F6F7652D-0D11-4EB1-A37D-C15039746402}" srcOrd="5" destOrd="0" presId="urn:microsoft.com/office/officeart/2008/layout/LinedList"/>
    <dgm:cxn modelId="{674B44B6-7915-4C72-A7C0-F1E4815307D8}" type="presParOf" srcId="{F6F7652D-0D11-4EB1-A37D-C15039746402}" destId="{033BE5E4-AF6D-4C5D-BF88-845C0CEAECF6}" srcOrd="0" destOrd="0" presId="urn:microsoft.com/office/officeart/2008/layout/LinedList"/>
    <dgm:cxn modelId="{9F0821F3-209B-472E-AC50-84BA1F8D2CB2}" type="presParOf" srcId="{F6F7652D-0D11-4EB1-A37D-C15039746402}" destId="{F3D2F6B4-7D04-43D9-913A-38BA972F6FB9}" srcOrd="1" destOrd="0" presId="urn:microsoft.com/office/officeart/2008/layout/LinedList"/>
    <dgm:cxn modelId="{BB61E8D5-16E7-4019-9952-63D254BDD24A}" type="presParOf" srcId="{6BEEAEB1-41F0-41F4-BBF2-25072F19F1D2}" destId="{6DAE658D-ACFD-454B-A214-C4B7EB60475E}" srcOrd="6" destOrd="0" presId="urn:microsoft.com/office/officeart/2008/layout/LinedList"/>
    <dgm:cxn modelId="{AB79E59A-770D-4BAA-A4FB-1C39F8DF3E11}" type="presParOf" srcId="{6BEEAEB1-41F0-41F4-BBF2-25072F19F1D2}" destId="{24A381A9-5F7E-4716-919A-0A03A3D527D7}" srcOrd="7" destOrd="0" presId="urn:microsoft.com/office/officeart/2008/layout/LinedList"/>
    <dgm:cxn modelId="{A19B4F9D-DFD8-4160-A669-6319ACEDE73C}" type="presParOf" srcId="{24A381A9-5F7E-4716-919A-0A03A3D527D7}" destId="{79C1FCA4-164C-4D56-AA8C-1E39BF02AFAD}" srcOrd="0" destOrd="0" presId="urn:microsoft.com/office/officeart/2008/layout/LinedList"/>
    <dgm:cxn modelId="{3AB3B3F0-7C28-428E-B7D7-BA37EE14930F}" type="presParOf" srcId="{24A381A9-5F7E-4716-919A-0A03A3D527D7}" destId="{3AA13010-10FC-4E9E-9D3E-0E8F123BC96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54B3D0D-1774-4224-952E-712781849773}"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C9510DE1-5875-4B92-B296-060AB9E69D46}">
      <dgm:prSet/>
      <dgm:spPr/>
      <dgm:t>
        <a:bodyPr/>
        <a:lstStyle/>
        <a:p>
          <a:r>
            <a:rPr lang="en-US"/>
            <a:t>Compatibility with different platforms has been considered (where appropriate) which may include:</a:t>
          </a:r>
        </a:p>
      </dgm:t>
    </dgm:pt>
    <dgm:pt modelId="{263936AF-A1E6-455B-911B-3AF943BE2AD7}" type="parTrans" cxnId="{ECF7403B-04FE-4BB0-94D4-398F2C286600}">
      <dgm:prSet/>
      <dgm:spPr/>
      <dgm:t>
        <a:bodyPr/>
        <a:lstStyle/>
        <a:p>
          <a:endParaRPr lang="en-US"/>
        </a:p>
      </dgm:t>
    </dgm:pt>
    <dgm:pt modelId="{61B0BB64-42E9-4C7A-867A-8DD42092E48B}" type="sibTrans" cxnId="{ECF7403B-04FE-4BB0-94D4-398F2C286600}">
      <dgm:prSet/>
      <dgm:spPr/>
      <dgm:t>
        <a:bodyPr/>
        <a:lstStyle/>
        <a:p>
          <a:endParaRPr lang="en-US"/>
        </a:p>
      </dgm:t>
    </dgm:pt>
    <dgm:pt modelId="{702DBE5E-0922-43F0-9441-FE369E0FB16A}">
      <dgm:prSet/>
      <dgm:spPr/>
      <dgm:t>
        <a:bodyPr/>
        <a:lstStyle/>
        <a:p>
          <a:r>
            <a:rPr lang="en-US"/>
            <a:t>o Creating a standalone/self-contained program</a:t>
          </a:r>
        </a:p>
      </dgm:t>
    </dgm:pt>
    <dgm:pt modelId="{43469260-EE9A-4A44-8405-5F8E3394E8F5}" type="parTrans" cxnId="{AF4B59A5-2DE6-4AB5-A4F3-3EF3E7412F58}">
      <dgm:prSet/>
      <dgm:spPr/>
      <dgm:t>
        <a:bodyPr/>
        <a:lstStyle/>
        <a:p>
          <a:endParaRPr lang="en-US"/>
        </a:p>
      </dgm:t>
    </dgm:pt>
    <dgm:pt modelId="{D1AEFDD4-64CC-4269-A759-0202C840C013}" type="sibTrans" cxnId="{AF4B59A5-2DE6-4AB5-A4F3-3EF3E7412F58}">
      <dgm:prSet/>
      <dgm:spPr/>
      <dgm:t>
        <a:bodyPr/>
        <a:lstStyle/>
        <a:p>
          <a:endParaRPr lang="en-US"/>
        </a:p>
      </dgm:t>
    </dgm:pt>
    <dgm:pt modelId="{939A9449-4B20-4CCE-8DB8-C25189D7DA77}">
      <dgm:prSet/>
      <dgm:spPr/>
      <dgm:t>
        <a:bodyPr/>
        <a:lstStyle/>
        <a:p>
          <a:r>
            <a:rPr lang="en-US"/>
            <a:t>o Implementation of web-standards / program is accessible through a web browser</a:t>
          </a:r>
        </a:p>
      </dgm:t>
    </dgm:pt>
    <dgm:pt modelId="{C6653B54-602E-474A-B893-6984C17DEF47}" type="parTrans" cxnId="{E4D36054-5958-4825-8D7F-84FD35DB3942}">
      <dgm:prSet/>
      <dgm:spPr/>
      <dgm:t>
        <a:bodyPr/>
        <a:lstStyle/>
        <a:p>
          <a:endParaRPr lang="en-US"/>
        </a:p>
      </dgm:t>
    </dgm:pt>
    <dgm:pt modelId="{9122F022-894B-4C9F-B80F-31EB66C0BE2E}" type="sibTrans" cxnId="{E4D36054-5958-4825-8D7F-84FD35DB3942}">
      <dgm:prSet/>
      <dgm:spPr/>
      <dgm:t>
        <a:bodyPr/>
        <a:lstStyle/>
        <a:p>
          <a:endParaRPr lang="en-US"/>
        </a:p>
      </dgm:t>
    </dgm:pt>
    <dgm:pt modelId="{BB5FA516-2E0B-452A-A152-2C323E79D9A1}">
      <dgm:prSet/>
      <dgm:spPr/>
      <dgm:t>
        <a:bodyPr/>
        <a:lstStyle/>
        <a:p>
          <a:r>
            <a:rPr lang="en-US"/>
            <a:t>o “fall back” code to deal with different systems and platform</a:t>
          </a:r>
        </a:p>
      </dgm:t>
    </dgm:pt>
    <dgm:pt modelId="{4BCA61BE-58E1-4573-BD20-1F8D878D082F}" type="parTrans" cxnId="{FB35B3F8-BAD6-4DBE-9CC1-DF75A2E0D76D}">
      <dgm:prSet/>
      <dgm:spPr/>
      <dgm:t>
        <a:bodyPr/>
        <a:lstStyle/>
        <a:p>
          <a:endParaRPr lang="en-US"/>
        </a:p>
      </dgm:t>
    </dgm:pt>
    <dgm:pt modelId="{98941914-DEA6-41AA-A19F-B1DBE67EA6D7}" type="sibTrans" cxnId="{FB35B3F8-BAD6-4DBE-9CC1-DF75A2E0D76D}">
      <dgm:prSet/>
      <dgm:spPr/>
      <dgm:t>
        <a:bodyPr/>
        <a:lstStyle/>
        <a:p>
          <a:endParaRPr lang="en-US"/>
        </a:p>
      </dgm:t>
    </dgm:pt>
    <dgm:pt modelId="{D1515285-AA2B-4B3D-8827-2F177D871890}" type="pres">
      <dgm:prSet presAssocID="{954B3D0D-1774-4224-952E-712781849773}" presName="vert0" presStyleCnt="0">
        <dgm:presLayoutVars>
          <dgm:dir/>
          <dgm:animOne val="branch"/>
          <dgm:animLvl val="lvl"/>
        </dgm:presLayoutVars>
      </dgm:prSet>
      <dgm:spPr/>
    </dgm:pt>
    <dgm:pt modelId="{CBB57C3D-FF3E-4160-9FCD-0B8802D131AE}" type="pres">
      <dgm:prSet presAssocID="{C9510DE1-5875-4B92-B296-060AB9E69D46}" presName="thickLine" presStyleLbl="alignNode1" presStyleIdx="0" presStyleCnt="4"/>
      <dgm:spPr/>
    </dgm:pt>
    <dgm:pt modelId="{E8769A85-DDD5-4BF5-8D66-44A2314BD034}" type="pres">
      <dgm:prSet presAssocID="{C9510DE1-5875-4B92-B296-060AB9E69D46}" presName="horz1" presStyleCnt="0"/>
      <dgm:spPr/>
    </dgm:pt>
    <dgm:pt modelId="{2E1868DB-1D36-42C2-8002-56259FD0391B}" type="pres">
      <dgm:prSet presAssocID="{C9510DE1-5875-4B92-B296-060AB9E69D46}" presName="tx1" presStyleLbl="revTx" presStyleIdx="0" presStyleCnt="4"/>
      <dgm:spPr/>
    </dgm:pt>
    <dgm:pt modelId="{C1D07ED3-DC3C-406E-989D-CC81A24FE166}" type="pres">
      <dgm:prSet presAssocID="{C9510DE1-5875-4B92-B296-060AB9E69D46}" presName="vert1" presStyleCnt="0"/>
      <dgm:spPr/>
    </dgm:pt>
    <dgm:pt modelId="{70815BFC-CC70-4727-8980-FD20C9C00EA7}" type="pres">
      <dgm:prSet presAssocID="{702DBE5E-0922-43F0-9441-FE369E0FB16A}" presName="thickLine" presStyleLbl="alignNode1" presStyleIdx="1" presStyleCnt="4"/>
      <dgm:spPr/>
    </dgm:pt>
    <dgm:pt modelId="{C966268B-E923-4DC2-9199-DD8909F06E83}" type="pres">
      <dgm:prSet presAssocID="{702DBE5E-0922-43F0-9441-FE369E0FB16A}" presName="horz1" presStyleCnt="0"/>
      <dgm:spPr/>
    </dgm:pt>
    <dgm:pt modelId="{82CCAD46-02B4-41B2-B7D1-E217B5F96035}" type="pres">
      <dgm:prSet presAssocID="{702DBE5E-0922-43F0-9441-FE369E0FB16A}" presName="tx1" presStyleLbl="revTx" presStyleIdx="1" presStyleCnt="4"/>
      <dgm:spPr/>
    </dgm:pt>
    <dgm:pt modelId="{E636D27E-2160-4E5C-AF07-333D7B930514}" type="pres">
      <dgm:prSet presAssocID="{702DBE5E-0922-43F0-9441-FE369E0FB16A}" presName="vert1" presStyleCnt="0"/>
      <dgm:spPr/>
    </dgm:pt>
    <dgm:pt modelId="{D1D98C17-59F0-4677-8748-D4609DDA08B5}" type="pres">
      <dgm:prSet presAssocID="{939A9449-4B20-4CCE-8DB8-C25189D7DA77}" presName="thickLine" presStyleLbl="alignNode1" presStyleIdx="2" presStyleCnt="4"/>
      <dgm:spPr/>
    </dgm:pt>
    <dgm:pt modelId="{248723D9-B59E-40BA-8CD1-52055FFC7C39}" type="pres">
      <dgm:prSet presAssocID="{939A9449-4B20-4CCE-8DB8-C25189D7DA77}" presName="horz1" presStyleCnt="0"/>
      <dgm:spPr/>
    </dgm:pt>
    <dgm:pt modelId="{24285C5A-C62F-4562-88B8-12FC5DAFBF13}" type="pres">
      <dgm:prSet presAssocID="{939A9449-4B20-4CCE-8DB8-C25189D7DA77}" presName="tx1" presStyleLbl="revTx" presStyleIdx="2" presStyleCnt="4"/>
      <dgm:spPr/>
    </dgm:pt>
    <dgm:pt modelId="{C504F12D-5E07-401B-907E-56F97C71ACA6}" type="pres">
      <dgm:prSet presAssocID="{939A9449-4B20-4CCE-8DB8-C25189D7DA77}" presName="vert1" presStyleCnt="0"/>
      <dgm:spPr/>
    </dgm:pt>
    <dgm:pt modelId="{A43A0398-225B-4316-B6FB-BFB3515114BF}" type="pres">
      <dgm:prSet presAssocID="{BB5FA516-2E0B-452A-A152-2C323E79D9A1}" presName="thickLine" presStyleLbl="alignNode1" presStyleIdx="3" presStyleCnt="4"/>
      <dgm:spPr/>
    </dgm:pt>
    <dgm:pt modelId="{0EFBFFA1-5EEF-40F7-929B-45C389D7346C}" type="pres">
      <dgm:prSet presAssocID="{BB5FA516-2E0B-452A-A152-2C323E79D9A1}" presName="horz1" presStyleCnt="0"/>
      <dgm:spPr/>
    </dgm:pt>
    <dgm:pt modelId="{0BEA251E-6051-4683-AB38-DD2E13ADEC2E}" type="pres">
      <dgm:prSet presAssocID="{BB5FA516-2E0B-452A-A152-2C323E79D9A1}" presName="tx1" presStyleLbl="revTx" presStyleIdx="3" presStyleCnt="4"/>
      <dgm:spPr/>
    </dgm:pt>
    <dgm:pt modelId="{5B2DB835-63E7-4262-B8A1-94F1F8C1C5BC}" type="pres">
      <dgm:prSet presAssocID="{BB5FA516-2E0B-452A-A152-2C323E79D9A1}" presName="vert1" presStyleCnt="0"/>
      <dgm:spPr/>
    </dgm:pt>
  </dgm:ptLst>
  <dgm:cxnLst>
    <dgm:cxn modelId="{5C13C131-BE6F-46A7-9C6E-F63BE3D7E49F}" type="presOf" srcId="{954B3D0D-1774-4224-952E-712781849773}" destId="{D1515285-AA2B-4B3D-8827-2F177D871890}" srcOrd="0" destOrd="0" presId="urn:microsoft.com/office/officeart/2008/layout/LinedList"/>
    <dgm:cxn modelId="{ECF7403B-04FE-4BB0-94D4-398F2C286600}" srcId="{954B3D0D-1774-4224-952E-712781849773}" destId="{C9510DE1-5875-4B92-B296-060AB9E69D46}" srcOrd="0" destOrd="0" parTransId="{263936AF-A1E6-455B-911B-3AF943BE2AD7}" sibTransId="{61B0BB64-42E9-4C7A-867A-8DD42092E48B}"/>
    <dgm:cxn modelId="{07EB3C48-A33E-4A4D-842B-55A13141E4BE}" type="presOf" srcId="{939A9449-4B20-4CCE-8DB8-C25189D7DA77}" destId="{24285C5A-C62F-4562-88B8-12FC5DAFBF13}" srcOrd="0" destOrd="0" presId="urn:microsoft.com/office/officeart/2008/layout/LinedList"/>
    <dgm:cxn modelId="{E4D36054-5958-4825-8D7F-84FD35DB3942}" srcId="{954B3D0D-1774-4224-952E-712781849773}" destId="{939A9449-4B20-4CCE-8DB8-C25189D7DA77}" srcOrd="2" destOrd="0" parTransId="{C6653B54-602E-474A-B893-6984C17DEF47}" sibTransId="{9122F022-894B-4C9F-B80F-31EB66C0BE2E}"/>
    <dgm:cxn modelId="{7FDA6187-F3F1-49B2-A143-BC8B68C89619}" type="presOf" srcId="{702DBE5E-0922-43F0-9441-FE369E0FB16A}" destId="{82CCAD46-02B4-41B2-B7D1-E217B5F96035}" srcOrd="0" destOrd="0" presId="urn:microsoft.com/office/officeart/2008/layout/LinedList"/>
    <dgm:cxn modelId="{AF4B59A5-2DE6-4AB5-A4F3-3EF3E7412F58}" srcId="{954B3D0D-1774-4224-952E-712781849773}" destId="{702DBE5E-0922-43F0-9441-FE369E0FB16A}" srcOrd="1" destOrd="0" parTransId="{43469260-EE9A-4A44-8405-5F8E3394E8F5}" sibTransId="{D1AEFDD4-64CC-4269-A759-0202C840C013}"/>
    <dgm:cxn modelId="{75F752EC-9B1F-4382-8B30-AF2978708A34}" type="presOf" srcId="{BB5FA516-2E0B-452A-A152-2C323E79D9A1}" destId="{0BEA251E-6051-4683-AB38-DD2E13ADEC2E}" srcOrd="0" destOrd="0" presId="urn:microsoft.com/office/officeart/2008/layout/LinedList"/>
    <dgm:cxn modelId="{FB35B3F8-BAD6-4DBE-9CC1-DF75A2E0D76D}" srcId="{954B3D0D-1774-4224-952E-712781849773}" destId="{BB5FA516-2E0B-452A-A152-2C323E79D9A1}" srcOrd="3" destOrd="0" parTransId="{4BCA61BE-58E1-4573-BD20-1F8D878D082F}" sibTransId="{98941914-DEA6-41AA-A19F-B1DBE67EA6D7}"/>
    <dgm:cxn modelId="{38E3E9F8-2252-4CEB-BB0E-FF2DC1CB6ACC}" type="presOf" srcId="{C9510DE1-5875-4B92-B296-060AB9E69D46}" destId="{2E1868DB-1D36-42C2-8002-56259FD0391B}" srcOrd="0" destOrd="0" presId="urn:microsoft.com/office/officeart/2008/layout/LinedList"/>
    <dgm:cxn modelId="{7E89F5A0-4D51-4DC2-A757-D1C46A07164A}" type="presParOf" srcId="{D1515285-AA2B-4B3D-8827-2F177D871890}" destId="{CBB57C3D-FF3E-4160-9FCD-0B8802D131AE}" srcOrd="0" destOrd="0" presId="urn:microsoft.com/office/officeart/2008/layout/LinedList"/>
    <dgm:cxn modelId="{58D072EC-209A-4507-8676-2A916FF8DC5D}" type="presParOf" srcId="{D1515285-AA2B-4B3D-8827-2F177D871890}" destId="{E8769A85-DDD5-4BF5-8D66-44A2314BD034}" srcOrd="1" destOrd="0" presId="urn:microsoft.com/office/officeart/2008/layout/LinedList"/>
    <dgm:cxn modelId="{960A960B-E8CD-4B15-BD34-C180CB1F538C}" type="presParOf" srcId="{E8769A85-DDD5-4BF5-8D66-44A2314BD034}" destId="{2E1868DB-1D36-42C2-8002-56259FD0391B}" srcOrd="0" destOrd="0" presId="urn:microsoft.com/office/officeart/2008/layout/LinedList"/>
    <dgm:cxn modelId="{01FD008A-3CCB-4DF3-AAC6-6CDF9A434EA6}" type="presParOf" srcId="{E8769A85-DDD5-4BF5-8D66-44A2314BD034}" destId="{C1D07ED3-DC3C-406E-989D-CC81A24FE166}" srcOrd="1" destOrd="0" presId="urn:microsoft.com/office/officeart/2008/layout/LinedList"/>
    <dgm:cxn modelId="{BF30230D-842C-468C-9BEE-43CCC0DAE313}" type="presParOf" srcId="{D1515285-AA2B-4B3D-8827-2F177D871890}" destId="{70815BFC-CC70-4727-8980-FD20C9C00EA7}" srcOrd="2" destOrd="0" presId="urn:microsoft.com/office/officeart/2008/layout/LinedList"/>
    <dgm:cxn modelId="{1250289F-F487-4EC5-ABFF-BBC9BE7E9B4D}" type="presParOf" srcId="{D1515285-AA2B-4B3D-8827-2F177D871890}" destId="{C966268B-E923-4DC2-9199-DD8909F06E83}" srcOrd="3" destOrd="0" presId="urn:microsoft.com/office/officeart/2008/layout/LinedList"/>
    <dgm:cxn modelId="{A69AB00F-039E-4635-BE35-1A461CFEE39D}" type="presParOf" srcId="{C966268B-E923-4DC2-9199-DD8909F06E83}" destId="{82CCAD46-02B4-41B2-B7D1-E217B5F96035}" srcOrd="0" destOrd="0" presId="urn:microsoft.com/office/officeart/2008/layout/LinedList"/>
    <dgm:cxn modelId="{9F789E94-17C4-4634-BBB0-4825CBEDC208}" type="presParOf" srcId="{C966268B-E923-4DC2-9199-DD8909F06E83}" destId="{E636D27E-2160-4E5C-AF07-333D7B930514}" srcOrd="1" destOrd="0" presId="urn:microsoft.com/office/officeart/2008/layout/LinedList"/>
    <dgm:cxn modelId="{6ACFDCD1-0260-4FE2-AECD-F9DED97FB7D2}" type="presParOf" srcId="{D1515285-AA2B-4B3D-8827-2F177D871890}" destId="{D1D98C17-59F0-4677-8748-D4609DDA08B5}" srcOrd="4" destOrd="0" presId="urn:microsoft.com/office/officeart/2008/layout/LinedList"/>
    <dgm:cxn modelId="{737F4D20-A498-40DB-8FE9-A6BB450D8585}" type="presParOf" srcId="{D1515285-AA2B-4B3D-8827-2F177D871890}" destId="{248723D9-B59E-40BA-8CD1-52055FFC7C39}" srcOrd="5" destOrd="0" presId="urn:microsoft.com/office/officeart/2008/layout/LinedList"/>
    <dgm:cxn modelId="{C2D6B3B1-E554-4897-A117-608E1FFC93BF}" type="presParOf" srcId="{248723D9-B59E-40BA-8CD1-52055FFC7C39}" destId="{24285C5A-C62F-4562-88B8-12FC5DAFBF13}" srcOrd="0" destOrd="0" presId="urn:microsoft.com/office/officeart/2008/layout/LinedList"/>
    <dgm:cxn modelId="{BA8E3BC1-1DC6-4634-BE22-E16A8F6E0296}" type="presParOf" srcId="{248723D9-B59E-40BA-8CD1-52055FFC7C39}" destId="{C504F12D-5E07-401B-907E-56F97C71ACA6}" srcOrd="1" destOrd="0" presId="urn:microsoft.com/office/officeart/2008/layout/LinedList"/>
    <dgm:cxn modelId="{479E8C72-C23A-4403-A151-D80790BA62AF}" type="presParOf" srcId="{D1515285-AA2B-4B3D-8827-2F177D871890}" destId="{A43A0398-225B-4316-B6FB-BFB3515114BF}" srcOrd="6" destOrd="0" presId="urn:microsoft.com/office/officeart/2008/layout/LinedList"/>
    <dgm:cxn modelId="{F13EC73F-D462-44FD-87B3-33CCAF9C7522}" type="presParOf" srcId="{D1515285-AA2B-4B3D-8827-2F177D871890}" destId="{0EFBFFA1-5EEF-40F7-929B-45C389D7346C}" srcOrd="7" destOrd="0" presId="urn:microsoft.com/office/officeart/2008/layout/LinedList"/>
    <dgm:cxn modelId="{07C0CDBB-1B1F-4FF5-A549-ECBFE094664B}" type="presParOf" srcId="{0EFBFFA1-5EEF-40F7-929B-45C389D7346C}" destId="{0BEA251E-6051-4683-AB38-DD2E13ADEC2E}" srcOrd="0" destOrd="0" presId="urn:microsoft.com/office/officeart/2008/layout/LinedList"/>
    <dgm:cxn modelId="{ED5ACADF-2FA3-494B-B885-93F39E95B219}" type="presParOf" srcId="{0EFBFFA1-5EEF-40F7-929B-45C389D7346C}" destId="{5B2DB835-63E7-4262-B8A1-94F1F8C1C5B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E6EFE07-091E-4C3E-A49C-37B885A3FC4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387600F-6BC1-4C79-ABE0-3CE78E4E5972}">
      <dgm:prSet/>
      <dgm:spPr/>
      <dgm:t>
        <a:bodyPr/>
        <a:lstStyle/>
        <a:p>
          <a:r>
            <a:rPr lang="en-US"/>
            <a:t>legal and ethical considerations considered as appropriate to their solution which may </a:t>
          </a:r>
        </a:p>
      </dgm:t>
    </dgm:pt>
    <dgm:pt modelId="{6165A863-5529-49F6-8DC9-43AC0D20C560}" type="parTrans" cxnId="{EE30E958-8458-43AB-B19B-7B19C47F7773}">
      <dgm:prSet/>
      <dgm:spPr/>
      <dgm:t>
        <a:bodyPr/>
        <a:lstStyle/>
        <a:p>
          <a:endParaRPr lang="en-US"/>
        </a:p>
      </dgm:t>
    </dgm:pt>
    <dgm:pt modelId="{E09A63B5-0897-4DD0-B5E1-5FEC790D6B47}" type="sibTrans" cxnId="{EE30E958-8458-43AB-B19B-7B19C47F7773}">
      <dgm:prSet/>
      <dgm:spPr/>
      <dgm:t>
        <a:bodyPr/>
        <a:lstStyle/>
        <a:p>
          <a:endParaRPr lang="en-US"/>
        </a:p>
      </dgm:t>
    </dgm:pt>
    <dgm:pt modelId="{27EEE659-CC73-4352-A9A1-E873A5B07B3F}">
      <dgm:prSet/>
      <dgm:spPr/>
      <dgm:t>
        <a:bodyPr/>
        <a:lstStyle/>
        <a:p>
          <a:r>
            <a:rPr lang="en-US"/>
            <a:t>include:</a:t>
          </a:r>
        </a:p>
      </dgm:t>
    </dgm:pt>
    <dgm:pt modelId="{07513AA6-9483-4DD7-B03B-FE1946FCE3D0}" type="parTrans" cxnId="{2910A9A6-0DD5-45F8-A386-26E90DDFACED}">
      <dgm:prSet/>
      <dgm:spPr/>
      <dgm:t>
        <a:bodyPr/>
        <a:lstStyle/>
        <a:p>
          <a:endParaRPr lang="en-US"/>
        </a:p>
      </dgm:t>
    </dgm:pt>
    <dgm:pt modelId="{4F733847-2E9F-4335-AD86-CC8FF3E3CC6E}" type="sibTrans" cxnId="{2910A9A6-0DD5-45F8-A386-26E90DDFACED}">
      <dgm:prSet/>
      <dgm:spPr/>
      <dgm:t>
        <a:bodyPr/>
        <a:lstStyle/>
        <a:p>
          <a:endParaRPr lang="en-US"/>
        </a:p>
      </dgm:t>
    </dgm:pt>
    <dgm:pt modelId="{6F5CC852-43AF-44CD-ADE2-52A01050CE1A}">
      <dgm:prSet/>
      <dgm:spPr/>
      <dgm:t>
        <a:bodyPr/>
        <a:lstStyle/>
        <a:p>
          <a:r>
            <a:rPr lang="en-US"/>
            <a:t>o Cookie consent notice</a:t>
          </a:r>
        </a:p>
      </dgm:t>
    </dgm:pt>
    <dgm:pt modelId="{540D0C99-8F0B-43D0-9B2B-9D3A4189C3CC}" type="parTrans" cxnId="{F1F39C20-FEFB-4D9C-A4EC-B95FA717B7E4}">
      <dgm:prSet/>
      <dgm:spPr/>
      <dgm:t>
        <a:bodyPr/>
        <a:lstStyle/>
        <a:p>
          <a:endParaRPr lang="en-US"/>
        </a:p>
      </dgm:t>
    </dgm:pt>
    <dgm:pt modelId="{BBEC8F88-F721-4783-8146-710F14077285}" type="sibTrans" cxnId="{F1F39C20-FEFB-4D9C-A4EC-B95FA717B7E4}">
      <dgm:prSet/>
      <dgm:spPr/>
      <dgm:t>
        <a:bodyPr/>
        <a:lstStyle/>
        <a:p>
          <a:endParaRPr lang="en-US"/>
        </a:p>
      </dgm:t>
    </dgm:pt>
    <dgm:pt modelId="{14106C6C-80F5-4A52-98CB-28C53165DA7E}">
      <dgm:prSet/>
      <dgm:spPr/>
      <dgm:t>
        <a:bodyPr/>
        <a:lstStyle/>
        <a:p>
          <a:r>
            <a:rPr lang="en-US"/>
            <a:t>o GDPR considerations</a:t>
          </a:r>
        </a:p>
      </dgm:t>
    </dgm:pt>
    <dgm:pt modelId="{950F90CC-A7D8-4AF3-9BB6-6B4AE0E9C7F2}" type="parTrans" cxnId="{B9809D4D-DF61-425D-911D-77ABA4EAF6AF}">
      <dgm:prSet/>
      <dgm:spPr/>
      <dgm:t>
        <a:bodyPr/>
        <a:lstStyle/>
        <a:p>
          <a:endParaRPr lang="en-US"/>
        </a:p>
      </dgm:t>
    </dgm:pt>
    <dgm:pt modelId="{00D22CCC-A741-44B8-AF1F-29444F612BEE}" type="sibTrans" cxnId="{B9809D4D-DF61-425D-911D-77ABA4EAF6AF}">
      <dgm:prSet/>
      <dgm:spPr/>
      <dgm:t>
        <a:bodyPr/>
        <a:lstStyle/>
        <a:p>
          <a:endParaRPr lang="en-US"/>
        </a:p>
      </dgm:t>
    </dgm:pt>
    <dgm:pt modelId="{DEB4B163-8177-4A1C-A52D-32253C34A6FD}">
      <dgm:prSet/>
      <dgm:spPr/>
      <dgm:t>
        <a:bodyPr/>
        <a:lstStyle/>
        <a:p>
          <a:r>
            <a:rPr lang="en-US"/>
            <a:t>o Privacy and data policy/informing the user</a:t>
          </a:r>
        </a:p>
      </dgm:t>
    </dgm:pt>
    <dgm:pt modelId="{F1353ECF-0804-4BE1-94CC-FBC8F3C9F676}" type="parTrans" cxnId="{8BF7C439-C2E5-44A8-AECD-7651AE8164F8}">
      <dgm:prSet/>
      <dgm:spPr/>
      <dgm:t>
        <a:bodyPr/>
        <a:lstStyle/>
        <a:p>
          <a:endParaRPr lang="en-US"/>
        </a:p>
      </dgm:t>
    </dgm:pt>
    <dgm:pt modelId="{E65C914D-476A-4608-9BF7-9B0494ACDFA8}" type="sibTrans" cxnId="{8BF7C439-C2E5-44A8-AECD-7651AE8164F8}">
      <dgm:prSet/>
      <dgm:spPr/>
      <dgm:t>
        <a:bodyPr/>
        <a:lstStyle/>
        <a:p>
          <a:endParaRPr lang="en-US"/>
        </a:p>
      </dgm:t>
    </dgm:pt>
    <dgm:pt modelId="{70C1F23C-4E4E-4D73-9918-6B4778BDB56A}">
      <dgm:prSet/>
      <dgm:spPr/>
      <dgm:t>
        <a:bodyPr/>
        <a:lstStyle/>
        <a:p>
          <a:r>
            <a:rPr lang="en-US"/>
            <a:t>o Intellectual property consideration (see asset log)</a:t>
          </a:r>
        </a:p>
      </dgm:t>
    </dgm:pt>
    <dgm:pt modelId="{03D79F97-A845-4C1F-9966-7A709425D7B5}" type="parTrans" cxnId="{F6FD7BC1-0B18-44CD-8417-DD48467B7F70}">
      <dgm:prSet/>
      <dgm:spPr/>
      <dgm:t>
        <a:bodyPr/>
        <a:lstStyle/>
        <a:p>
          <a:endParaRPr lang="en-US"/>
        </a:p>
      </dgm:t>
    </dgm:pt>
    <dgm:pt modelId="{1386DE51-307F-49C8-A125-D8000BB9B1AA}" type="sibTrans" cxnId="{F6FD7BC1-0B18-44CD-8417-DD48467B7F70}">
      <dgm:prSet/>
      <dgm:spPr/>
      <dgm:t>
        <a:bodyPr/>
        <a:lstStyle/>
        <a:p>
          <a:endParaRPr lang="en-US"/>
        </a:p>
      </dgm:t>
    </dgm:pt>
    <dgm:pt modelId="{7F0F1097-D52D-435F-849A-D9DE511FC7B3}">
      <dgm:prSet/>
      <dgm:spPr/>
      <dgm:t>
        <a:bodyPr/>
        <a:lstStyle/>
        <a:p>
          <a:r>
            <a:rPr lang="en-US"/>
            <a:t>o Terms and conditions</a:t>
          </a:r>
        </a:p>
      </dgm:t>
    </dgm:pt>
    <dgm:pt modelId="{334AD95D-B374-4B0A-9792-39F3661ABF53}" type="parTrans" cxnId="{41907898-09B4-41A4-80C5-A24A39F7008A}">
      <dgm:prSet/>
      <dgm:spPr/>
      <dgm:t>
        <a:bodyPr/>
        <a:lstStyle/>
        <a:p>
          <a:endParaRPr lang="en-US"/>
        </a:p>
      </dgm:t>
    </dgm:pt>
    <dgm:pt modelId="{BD341742-8F6C-405E-86FF-886FCD2FB948}" type="sibTrans" cxnId="{41907898-09B4-41A4-80C5-A24A39F7008A}">
      <dgm:prSet/>
      <dgm:spPr/>
      <dgm:t>
        <a:bodyPr/>
        <a:lstStyle/>
        <a:p>
          <a:endParaRPr lang="en-US"/>
        </a:p>
      </dgm:t>
    </dgm:pt>
    <dgm:pt modelId="{848E19C9-B539-43BF-B660-4541D5218A1C}" type="pres">
      <dgm:prSet presAssocID="{EE6EFE07-091E-4C3E-A49C-37B885A3FC4C}" presName="linear" presStyleCnt="0">
        <dgm:presLayoutVars>
          <dgm:animLvl val="lvl"/>
          <dgm:resizeHandles val="exact"/>
        </dgm:presLayoutVars>
      </dgm:prSet>
      <dgm:spPr/>
    </dgm:pt>
    <dgm:pt modelId="{E5A1CB67-117A-49A1-8F4C-01374B811661}" type="pres">
      <dgm:prSet presAssocID="{9387600F-6BC1-4C79-ABE0-3CE78E4E5972}" presName="parentText" presStyleLbl="node1" presStyleIdx="0" presStyleCnt="7">
        <dgm:presLayoutVars>
          <dgm:chMax val="0"/>
          <dgm:bulletEnabled val="1"/>
        </dgm:presLayoutVars>
      </dgm:prSet>
      <dgm:spPr/>
    </dgm:pt>
    <dgm:pt modelId="{6ADB48AA-2C37-4677-993F-0578B72DA4FF}" type="pres">
      <dgm:prSet presAssocID="{E09A63B5-0897-4DD0-B5E1-5FEC790D6B47}" presName="spacer" presStyleCnt="0"/>
      <dgm:spPr/>
    </dgm:pt>
    <dgm:pt modelId="{74C4C1E3-8E94-42D0-BF60-03B554E239F4}" type="pres">
      <dgm:prSet presAssocID="{27EEE659-CC73-4352-A9A1-E873A5B07B3F}" presName="parentText" presStyleLbl="node1" presStyleIdx="1" presStyleCnt="7">
        <dgm:presLayoutVars>
          <dgm:chMax val="0"/>
          <dgm:bulletEnabled val="1"/>
        </dgm:presLayoutVars>
      </dgm:prSet>
      <dgm:spPr/>
    </dgm:pt>
    <dgm:pt modelId="{2F26863F-6D26-4642-8697-9326D6F0777C}" type="pres">
      <dgm:prSet presAssocID="{4F733847-2E9F-4335-AD86-CC8FF3E3CC6E}" presName="spacer" presStyleCnt="0"/>
      <dgm:spPr/>
    </dgm:pt>
    <dgm:pt modelId="{2E453074-287B-4F8E-95F5-2905DF6A2D20}" type="pres">
      <dgm:prSet presAssocID="{6F5CC852-43AF-44CD-ADE2-52A01050CE1A}" presName="parentText" presStyleLbl="node1" presStyleIdx="2" presStyleCnt="7">
        <dgm:presLayoutVars>
          <dgm:chMax val="0"/>
          <dgm:bulletEnabled val="1"/>
        </dgm:presLayoutVars>
      </dgm:prSet>
      <dgm:spPr/>
    </dgm:pt>
    <dgm:pt modelId="{F176C3BD-D47E-4BFD-BDBE-64843762AFD2}" type="pres">
      <dgm:prSet presAssocID="{BBEC8F88-F721-4783-8146-710F14077285}" presName="spacer" presStyleCnt="0"/>
      <dgm:spPr/>
    </dgm:pt>
    <dgm:pt modelId="{5B2C00DF-2B15-44F4-BA82-CB32DBCDE5E9}" type="pres">
      <dgm:prSet presAssocID="{14106C6C-80F5-4A52-98CB-28C53165DA7E}" presName="parentText" presStyleLbl="node1" presStyleIdx="3" presStyleCnt="7">
        <dgm:presLayoutVars>
          <dgm:chMax val="0"/>
          <dgm:bulletEnabled val="1"/>
        </dgm:presLayoutVars>
      </dgm:prSet>
      <dgm:spPr/>
    </dgm:pt>
    <dgm:pt modelId="{349BFB9E-7AE2-44D2-B000-BE1E8400A9E3}" type="pres">
      <dgm:prSet presAssocID="{00D22CCC-A741-44B8-AF1F-29444F612BEE}" presName="spacer" presStyleCnt="0"/>
      <dgm:spPr/>
    </dgm:pt>
    <dgm:pt modelId="{7BD15BEF-EA89-43CF-802D-926CDCA2E8D6}" type="pres">
      <dgm:prSet presAssocID="{DEB4B163-8177-4A1C-A52D-32253C34A6FD}" presName="parentText" presStyleLbl="node1" presStyleIdx="4" presStyleCnt="7">
        <dgm:presLayoutVars>
          <dgm:chMax val="0"/>
          <dgm:bulletEnabled val="1"/>
        </dgm:presLayoutVars>
      </dgm:prSet>
      <dgm:spPr/>
    </dgm:pt>
    <dgm:pt modelId="{D8BD6656-3B4A-42D6-BB13-672933145AF3}" type="pres">
      <dgm:prSet presAssocID="{E65C914D-476A-4608-9BF7-9B0494ACDFA8}" presName="spacer" presStyleCnt="0"/>
      <dgm:spPr/>
    </dgm:pt>
    <dgm:pt modelId="{9E8C77B4-106E-4105-A200-8BC5801EFB8E}" type="pres">
      <dgm:prSet presAssocID="{70C1F23C-4E4E-4D73-9918-6B4778BDB56A}" presName="parentText" presStyleLbl="node1" presStyleIdx="5" presStyleCnt="7">
        <dgm:presLayoutVars>
          <dgm:chMax val="0"/>
          <dgm:bulletEnabled val="1"/>
        </dgm:presLayoutVars>
      </dgm:prSet>
      <dgm:spPr/>
    </dgm:pt>
    <dgm:pt modelId="{A99CC44F-3AAD-4815-BFA7-C2BFF47398F9}" type="pres">
      <dgm:prSet presAssocID="{1386DE51-307F-49C8-A125-D8000BB9B1AA}" presName="spacer" presStyleCnt="0"/>
      <dgm:spPr/>
    </dgm:pt>
    <dgm:pt modelId="{7E9BFBD0-DBBA-43A2-ACDC-74492A9207FF}" type="pres">
      <dgm:prSet presAssocID="{7F0F1097-D52D-435F-849A-D9DE511FC7B3}" presName="parentText" presStyleLbl="node1" presStyleIdx="6" presStyleCnt="7">
        <dgm:presLayoutVars>
          <dgm:chMax val="0"/>
          <dgm:bulletEnabled val="1"/>
        </dgm:presLayoutVars>
      </dgm:prSet>
      <dgm:spPr/>
    </dgm:pt>
  </dgm:ptLst>
  <dgm:cxnLst>
    <dgm:cxn modelId="{5858AC13-D840-4C99-A240-58FF31F36B58}" type="presOf" srcId="{EE6EFE07-091E-4C3E-A49C-37B885A3FC4C}" destId="{848E19C9-B539-43BF-B660-4541D5218A1C}" srcOrd="0" destOrd="0" presId="urn:microsoft.com/office/officeart/2005/8/layout/vList2"/>
    <dgm:cxn modelId="{F1F39C20-FEFB-4D9C-A4EC-B95FA717B7E4}" srcId="{EE6EFE07-091E-4C3E-A49C-37B885A3FC4C}" destId="{6F5CC852-43AF-44CD-ADE2-52A01050CE1A}" srcOrd="2" destOrd="0" parTransId="{540D0C99-8F0B-43D0-9B2B-9D3A4189C3CC}" sibTransId="{BBEC8F88-F721-4783-8146-710F14077285}"/>
    <dgm:cxn modelId="{97778332-9093-4E2B-96DB-449D048DF9F4}" type="presOf" srcId="{DEB4B163-8177-4A1C-A52D-32253C34A6FD}" destId="{7BD15BEF-EA89-43CF-802D-926CDCA2E8D6}" srcOrd="0" destOrd="0" presId="urn:microsoft.com/office/officeart/2005/8/layout/vList2"/>
    <dgm:cxn modelId="{8BF7C439-C2E5-44A8-AECD-7651AE8164F8}" srcId="{EE6EFE07-091E-4C3E-A49C-37B885A3FC4C}" destId="{DEB4B163-8177-4A1C-A52D-32253C34A6FD}" srcOrd="4" destOrd="0" parTransId="{F1353ECF-0804-4BE1-94CC-FBC8F3C9F676}" sibTransId="{E65C914D-476A-4608-9BF7-9B0494ACDFA8}"/>
    <dgm:cxn modelId="{FD86705D-CFC5-48D1-8914-AFA136ADE75B}" type="presOf" srcId="{70C1F23C-4E4E-4D73-9918-6B4778BDB56A}" destId="{9E8C77B4-106E-4105-A200-8BC5801EFB8E}" srcOrd="0" destOrd="0" presId="urn:microsoft.com/office/officeart/2005/8/layout/vList2"/>
    <dgm:cxn modelId="{DAC9BF65-7581-42A6-BDFC-0F7428237EC8}" type="presOf" srcId="{9387600F-6BC1-4C79-ABE0-3CE78E4E5972}" destId="{E5A1CB67-117A-49A1-8F4C-01374B811661}" srcOrd="0" destOrd="0" presId="urn:microsoft.com/office/officeart/2005/8/layout/vList2"/>
    <dgm:cxn modelId="{B9809D4D-DF61-425D-911D-77ABA4EAF6AF}" srcId="{EE6EFE07-091E-4C3E-A49C-37B885A3FC4C}" destId="{14106C6C-80F5-4A52-98CB-28C53165DA7E}" srcOrd="3" destOrd="0" parTransId="{950F90CC-A7D8-4AF3-9BB6-6B4AE0E9C7F2}" sibTransId="{00D22CCC-A741-44B8-AF1F-29444F612BEE}"/>
    <dgm:cxn modelId="{7814F473-CF8F-4AA0-A87C-F09A5408A3DE}" type="presOf" srcId="{27EEE659-CC73-4352-A9A1-E873A5B07B3F}" destId="{74C4C1E3-8E94-42D0-BF60-03B554E239F4}" srcOrd="0" destOrd="0" presId="urn:microsoft.com/office/officeart/2005/8/layout/vList2"/>
    <dgm:cxn modelId="{EE30E958-8458-43AB-B19B-7B19C47F7773}" srcId="{EE6EFE07-091E-4C3E-A49C-37B885A3FC4C}" destId="{9387600F-6BC1-4C79-ABE0-3CE78E4E5972}" srcOrd="0" destOrd="0" parTransId="{6165A863-5529-49F6-8DC9-43AC0D20C560}" sibTransId="{E09A63B5-0897-4DD0-B5E1-5FEC790D6B47}"/>
    <dgm:cxn modelId="{41907898-09B4-41A4-80C5-A24A39F7008A}" srcId="{EE6EFE07-091E-4C3E-A49C-37B885A3FC4C}" destId="{7F0F1097-D52D-435F-849A-D9DE511FC7B3}" srcOrd="6" destOrd="0" parTransId="{334AD95D-B374-4B0A-9792-39F3661ABF53}" sibTransId="{BD341742-8F6C-405E-86FF-886FCD2FB948}"/>
    <dgm:cxn modelId="{2910A9A6-0DD5-45F8-A386-26E90DDFACED}" srcId="{EE6EFE07-091E-4C3E-A49C-37B885A3FC4C}" destId="{27EEE659-CC73-4352-A9A1-E873A5B07B3F}" srcOrd="1" destOrd="0" parTransId="{07513AA6-9483-4DD7-B03B-FE1946FCE3D0}" sibTransId="{4F733847-2E9F-4335-AD86-CC8FF3E3CC6E}"/>
    <dgm:cxn modelId="{F6FD7BC1-0B18-44CD-8417-DD48467B7F70}" srcId="{EE6EFE07-091E-4C3E-A49C-37B885A3FC4C}" destId="{70C1F23C-4E4E-4D73-9918-6B4778BDB56A}" srcOrd="5" destOrd="0" parTransId="{03D79F97-A845-4C1F-9966-7A709425D7B5}" sibTransId="{1386DE51-307F-49C8-A125-D8000BB9B1AA}"/>
    <dgm:cxn modelId="{64B344C4-E944-4722-A9C7-BC0A95E6A5E2}" type="presOf" srcId="{14106C6C-80F5-4A52-98CB-28C53165DA7E}" destId="{5B2C00DF-2B15-44F4-BA82-CB32DBCDE5E9}" srcOrd="0" destOrd="0" presId="urn:microsoft.com/office/officeart/2005/8/layout/vList2"/>
    <dgm:cxn modelId="{2C5F11D9-4E67-4B8C-91C5-3160546120F8}" type="presOf" srcId="{7F0F1097-D52D-435F-849A-D9DE511FC7B3}" destId="{7E9BFBD0-DBBA-43A2-ACDC-74492A9207FF}" srcOrd="0" destOrd="0" presId="urn:microsoft.com/office/officeart/2005/8/layout/vList2"/>
    <dgm:cxn modelId="{D4FBADF6-391F-412A-AFD1-8A4A42F962EA}" type="presOf" srcId="{6F5CC852-43AF-44CD-ADE2-52A01050CE1A}" destId="{2E453074-287B-4F8E-95F5-2905DF6A2D20}" srcOrd="0" destOrd="0" presId="urn:microsoft.com/office/officeart/2005/8/layout/vList2"/>
    <dgm:cxn modelId="{84B7F831-634F-439D-B0B2-562C53E298B5}" type="presParOf" srcId="{848E19C9-B539-43BF-B660-4541D5218A1C}" destId="{E5A1CB67-117A-49A1-8F4C-01374B811661}" srcOrd="0" destOrd="0" presId="urn:microsoft.com/office/officeart/2005/8/layout/vList2"/>
    <dgm:cxn modelId="{D370F2D8-A070-4C75-BC60-09E7C52CD29E}" type="presParOf" srcId="{848E19C9-B539-43BF-B660-4541D5218A1C}" destId="{6ADB48AA-2C37-4677-993F-0578B72DA4FF}" srcOrd="1" destOrd="0" presId="urn:microsoft.com/office/officeart/2005/8/layout/vList2"/>
    <dgm:cxn modelId="{14664C82-E85C-4498-93D3-D83280786728}" type="presParOf" srcId="{848E19C9-B539-43BF-B660-4541D5218A1C}" destId="{74C4C1E3-8E94-42D0-BF60-03B554E239F4}" srcOrd="2" destOrd="0" presId="urn:microsoft.com/office/officeart/2005/8/layout/vList2"/>
    <dgm:cxn modelId="{37928343-F3D6-4950-97FA-7EA932905635}" type="presParOf" srcId="{848E19C9-B539-43BF-B660-4541D5218A1C}" destId="{2F26863F-6D26-4642-8697-9326D6F0777C}" srcOrd="3" destOrd="0" presId="urn:microsoft.com/office/officeart/2005/8/layout/vList2"/>
    <dgm:cxn modelId="{82E8EADE-423F-45ED-B0FE-5B68ABC96A68}" type="presParOf" srcId="{848E19C9-B539-43BF-B660-4541D5218A1C}" destId="{2E453074-287B-4F8E-95F5-2905DF6A2D20}" srcOrd="4" destOrd="0" presId="urn:microsoft.com/office/officeart/2005/8/layout/vList2"/>
    <dgm:cxn modelId="{07F27614-3BDB-422C-8BB6-70F42AC3680E}" type="presParOf" srcId="{848E19C9-B539-43BF-B660-4541D5218A1C}" destId="{F176C3BD-D47E-4BFD-BDBE-64843762AFD2}" srcOrd="5" destOrd="0" presId="urn:microsoft.com/office/officeart/2005/8/layout/vList2"/>
    <dgm:cxn modelId="{261A7F0B-4315-4E2E-A64A-1CD2E12D2BB2}" type="presParOf" srcId="{848E19C9-B539-43BF-B660-4541D5218A1C}" destId="{5B2C00DF-2B15-44F4-BA82-CB32DBCDE5E9}" srcOrd="6" destOrd="0" presId="urn:microsoft.com/office/officeart/2005/8/layout/vList2"/>
    <dgm:cxn modelId="{92171CE1-98A3-4697-AB25-1F442255CF76}" type="presParOf" srcId="{848E19C9-B539-43BF-B660-4541D5218A1C}" destId="{349BFB9E-7AE2-44D2-B000-BE1E8400A9E3}" srcOrd="7" destOrd="0" presId="urn:microsoft.com/office/officeart/2005/8/layout/vList2"/>
    <dgm:cxn modelId="{7BDEA267-3A88-4078-A026-103CB563FDEA}" type="presParOf" srcId="{848E19C9-B539-43BF-B660-4541D5218A1C}" destId="{7BD15BEF-EA89-43CF-802D-926CDCA2E8D6}" srcOrd="8" destOrd="0" presId="urn:microsoft.com/office/officeart/2005/8/layout/vList2"/>
    <dgm:cxn modelId="{E2EA09C0-7210-42F2-939E-55FAE2BDE79F}" type="presParOf" srcId="{848E19C9-B539-43BF-B660-4541D5218A1C}" destId="{D8BD6656-3B4A-42D6-BB13-672933145AF3}" srcOrd="9" destOrd="0" presId="urn:microsoft.com/office/officeart/2005/8/layout/vList2"/>
    <dgm:cxn modelId="{55B4A940-7FBF-49DD-803D-96F2C829A3E9}" type="presParOf" srcId="{848E19C9-B539-43BF-B660-4541D5218A1C}" destId="{9E8C77B4-106E-4105-A200-8BC5801EFB8E}" srcOrd="10" destOrd="0" presId="urn:microsoft.com/office/officeart/2005/8/layout/vList2"/>
    <dgm:cxn modelId="{BB8DC7CB-DFDF-45F5-92EF-9ABB39ECC82B}" type="presParOf" srcId="{848E19C9-B539-43BF-B660-4541D5218A1C}" destId="{A99CC44F-3AAD-4815-BFA7-C2BFF47398F9}" srcOrd="11" destOrd="0" presId="urn:microsoft.com/office/officeart/2005/8/layout/vList2"/>
    <dgm:cxn modelId="{F9B0122D-F204-4AB8-90D6-611B2E3170D5}" type="presParOf" srcId="{848E19C9-B539-43BF-B660-4541D5218A1C}" destId="{7E9BFBD0-DBBA-43A2-ACDC-74492A9207FF}"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D5375A6-57CC-4F14-B777-F93A5AC6E5A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3292A4F-D6FD-4C93-8659-1C804CAF3719}">
      <dgm:prSet/>
      <dgm:spPr/>
      <dgm:t>
        <a:bodyPr/>
        <a:lstStyle/>
        <a:p>
          <a:r>
            <a:rPr lang="en-US"/>
            <a:t>test-specific data: influence the system behaviour and reveal the case specifics under the test</a:t>
          </a:r>
        </a:p>
      </dgm:t>
    </dgm:pt>
    <dgm:pt modelId="{669DDA4C-4175-4160-BEF4-969D2F1D613C}" type="parTrans" cxnId="{27229482-81D5-4F61-935F-501FFE4A8217}">
      <dgm:prSet/>
      <dgm:spPr/>
      <dgm:t>
        <a:bodyPr/>
        <a:lstStyle/>
        <a:p>
          <a:endParaRPr lang="en-US"/>
        </a:p>
      </dgm:t>
    </dgm:pt>
    <dgm:pt modelId="{9F4109D5-DCB8-4A97-BB8E-7944060D3554}" type="sibTrans" cxnId="{27229482-81D5-4F61-935F-501FFE4A8217}">
      <dgm:prSet/>
      <dgm:spPr/>
      <dgm:t>
        <a:bodyPr/>
        <a:lstStyle/>
        <a:p>
          <a:endParaRPr lang="en-US"/>
        </a:p>
      </dgm:t>
    </dgm:pt>
    <dgm:pt modelId="{722ECA8E-09F7-4414-982F-A102B80C4F72}">
      <dgm:prSet/>
      <dgm:spPr/>
      <dgm:t>
        <a:bodyPr/>
        <a:lstStyle/>
        <a:p>
          <a:r>
            <a:rPr lang="en-US"/>
            <a:t>o test-reference data: have little influence on the test performance</a:t>
          </a:r>
        </a:p>
      </dgm:t>
    </dgm:pt>
    <dgm:pt modelId="{54D0AD13-2D2A-406C-A9E8-3A0C132F0C51}" type="parTrans" cxnId="{9580185E-3972-4AF0-B21B-083DA0355406}">
      <dgm:prSet/>
      <dgm:spPr/>
      <dgm:t>
        <a:bodyPr/>
        <a:lstStyle/>
        <a:p>
          <a:endParaRPr lang="en-US"/>
        </a:p>
      </dgm:t>
    </dgm:pt>
    <dgm:pt modelId="{A32EB836-3D79-43CE-BEF0-1BFDB644F32C}" type="sibTrans" cxnId="{9580185E-3972-4AF0-B21B-083DA0355406}">
      <dgm:prSet/>
      <dgm:spPr/>
      <dgm:t>
        <a:bodyPr/>
        <a:lstStyle/>
        <a:p>
          <a:endParaRPr lang="en-US"/>
        </a:p>
      </dgm:t>
    </dgm:pt>
    <dgm:pt modelId="{F7961E90-29CE-434D-A329-60693813F3F6}">
      <dgm:prSet/>
      <dgm:spPr/>
      <dgm:t>
        <a:bodyPr/>
        <a:lstStyle/>
        <a:p>
          <a:r>
            <a:rPr lang="en-US"/>
            <a:t>o application reference data: irrelevant to the behaviour under test, and are needed to start the application</a:t>
          </a:r>
        </a:p>
      </dgm:t>
    </dgm:pt>
    <dgm:pt modelId="{24F56FAE-B9CE-40A4-A667-971F431E89A2}" type="parTrans" cxnId="{9FA88B58-4507-43E5-A5C0-53943C1D1F26}">
      <dgm:prSet/>
      <dgm:spPr/>
      <dgm:t>
        <a:bodyPr/>
        <a:lstStyle/>
        <a:p>
          <a:endParaRPr lang="en-US"/>
        </a:p>
      </dgm:t>
    </dgm:pt>
    <dgm:pt modelId="{C85813D6-CBAF-4A70-9E27-FBFB581D686F}" type="sibTrans" cxnId="{9FA88B58-4507-43E5-A5C0-53943C1D1F26}">
      <dgm:prSet/>
      <dgm:spPr/>
      <dgm:t>
        <a:bodyPr/>
        <a:lstStyle/>
        <a:p>
          <a:endParaRPr lang="en-US"/>
        </a:p>
      </dgm:t>
    </dgm:pt>
    <dgm:pt modelId="{5722C1B9-D79C-4569-9C48-6E2AA991CA6E}">
      <dgm:prSet/>
      <dgm:spPr/>
      <dgm:t>
        <a:bodyPr/>
        <a:lstStyle/>
        <a:p>
          <a:r>
            <a:rPr lang="en-US"/>
            <a:t>o valid test data does the system functions are in compliance with the requirements, does the system processes and stores the data as intended</a:t>
          </a:r>
        </a:p>
      </dgm:t>
    </dgm:pt>
    <dgm:pt modelId="{2068A21E-FA04-4254-91A8-51838FE371D3}" type="parTrans" cxnId="{6BC91505-4C04-47C7-AA2F-911620F2B774}">
      <dgm:prSet/>
      <dgm:spPr/>
      <dgm:t>
        <a:bodyPr/>
        <a:lstStyle/>
        <a:p>
          <a:endParaRPr lang="en-US"/>
        </a:p>
      </dgm:t>
    </dgm:pt>
    <dgm:pt modelId="{959C0DB9-83B5-4459-8689-E296327198B8}" type="sibTrans" cxnId="{6BC91505-4C04-47C7-AA2F-911620F2B774}">
      <dgm:prSet/>
      <dgm:spPr/>
      <dgm:t>
        <a:bodyPr/>
        <a:lstStyle/>
        <a:p>
          <a:endParaRPr lang="en-US"/>
        </a:p>
      </dgm:t>
    </dgm:pt>
    <dgm:pt modelId="{92007D9D-9ED9-4F38-BD19-3A5F69A42955}">
      <dgm:prSet/>
      <dgm:spPr/>
      <dgm:t>
        <a:bodyPr/>
        <a:lstStyle/>
        <a:p>
          <a:r>
            <a:rPr lang="en-US"/>
            <a:t>o invalid test data: check to see if the software correctly processes invalid values, shows the relevant messages, and notifies the user that the data are improper</a:t>
          </a:r>
        </a:p>
      </dgm:t>
    </dgm:pt>
    <dgm:pt modelId="{4C36AC82-74AB-4661-98C9-E7F405287569}" type="parTrans" cxnId="{64EF3A72-A675-40E0-ABFF-8C905A8ADF77}">
      <dgm:prSet/>
      <dgm:spPr/>
      <dgm:t>
        <a:bodyPr/>
        <a:lstStyle/>
        <a:p>
          <a:endParaRPr lang="en-US"/>
        </a:p>
      </dgm:t>
    </dgm:pt>
    <dgm:pt modelId="{42B6178D-14CE-4A2A-B9F3-AED53C54BB62}" type="sibTrans" cxnId="{64EF3A72-A675-40E0-ABFF-8C905A8ADF77}">
      <dgm:prSet/>
      <dgm:spPr/>
      <dgm:t>
        <a:bodyPr/>
        <a:lstStyle/>
        <a:p>
          <a:endParaRPr lang="en-US"/>
        </a:p>
      </dgm:t>
    </dgm:pt>
    <dgm:pt modelId="{E5127E49-9033-45AD-AC15-D0340BE8EC0F}">
      <dgm:prSet/>
      <dgm:spPr/>
      <dgm:t>
        <a:bodyPr/>
        <a:lstStyle/>
        <a:p>
          <a:r>
            <a:rPr lang="en-US"/>
            <a:t>o boundary test data: help to reveal the defects connected with processing boundary values</a:t>
          </a:r>
        </a:p>
      </dgm:t>
    </dgm:pt>
    <dgm:pt modelId="{59799894-DB14-4A72-887D-060F750B0679}" type="parTrans" cxnId="{B628DC6C-40D9-4487-825E-9F9B65780E30}">
      <dgm:prSet/>
      <dgm:spPr/>
      <dgm:t>
        <a:bodyPr/>
        <a:lstStyle/>
        <a:p>
          <a:endParaRPr lang="en-US"/>
        </a:p>
      </dgm:t>
    </dgm:pt>
    <dgm:pt modelId="{6E0944B8-9FF5-4EC9-8BF7-70563A301AB2}" type="sibTrans" cxnId="{B628DC6C-40D9-4487-825E-9F9B65780E30}">
      <dgm:prSet/>
      <dgm:spPr/>
      <dgm:t>
        <a:bodyPr/>
        <a:lstStyle/>
        <a:p>
          <a:endParaRPr lang="en-US"/>
        </a:p>
      </dgm:t>
    </dgm:pt>
    <dgm:pt modelId="{3610BE3A-EBA3-4926-91F4-99820CB83333}">
      <dgm:prSet/>
      <dgm:spPr/>
      <dgm:t>
        <a:bodyPr/>
        <a:lstStyle/>
        <a:p>
          <a:r>
            <a:rPr lang="en-US"/>
            <a:t>o wrong data: entering the data of inappropriate format, whether it shows the correct error messages thus showing the use of validation if appropriate</a:t>
          </a:r>
        </a:p>
      </dgm:t>
    </dgm:pt>
    <dgm:pt modelId="{1F57193C-99FE-4338-9289-71ABEAB1B722}" type="parTrans" cxnId="{F17CDE94-DAA2-4DA0-9DF6-BAC99490A114}">
      <dgm:prSet/>
      <dgm:spPr/>
      <dgm:t>
        <a:bodyPr/>
        <a:lstStyle/>
        <a:p>
          <a:endParaRPr lang="en-US"/>
        </a:p>
      </dgm:t>
    </dgm:pt>
    <dgm:pt modelId="{98ACA74E-BA36-4A6F-AF42-D642E0C065E1}" type="sibTrans" cxnId="{F17CDE94-DAA2-4DA0-9DF6-BAC99490A114}">
      <dgm:prSet/>
      <dgm:spPr/>
      <dgm:t>
        <a:bodyPr/>
        <a:lstStyle/>
        <a:p>
          <a:endParaRPr lang="en-US"/>
        </a:p>
      </dgm:t>
    </dgm:pt>
    <dgm:pt modelId="{1471E331-9758-4BDE-B0BA-F3EA7E5B899A}">
      <dgm:prSet/>
      <dgm:spPr/>
      <dgm:t>
        <a:bodyPr/>
        <a:lstStyle/>
        <a:p>
          <a:r>
            <a:rPr lang="en-US"/>
            <a:t>o absent data: should check that the solution handles entering a blank field</a:t>
          </a:r>
        </a:p>
      </dgm:t>
    </dgm:pt>
    <dgm:pt modelId="{D8D24DD8-5081-417A-86FA-D74961436D3C}" type="parTrans" cxnId="{861EE8CA-1895-419F-A43F-594E38BBC098}">
      <dgm:prSet/>
      <dgm:spPr/>
      <dgm:t>
        <a:bodyPr/>
        <a:lstStyle/>
        <a:p>
          <a:endParaRPr lang="en-US"/>
        </a:p>
      </dgm:t>
    </dgm:pt>
    <dgm:pt modelId="{A315573B-033C-4635-B4FC-DBE8D4A6A9A6}" type="sibTrans" cxnId="{861EE8CA-1895-419F-A43F-594E38BBC098}">
      <dgm:prSet/>
      <dgm:spPr/>
      <dgm:t>
        <a:bodyPr/>
        <a:lstStyle/>
        <a:p>
          <a:endParaRPr lang="en-US"/>
        </a:p>
      </dgm:t>
    </dgm:pt>
    <dgm:pt modelId="{7ED76F94-E35D-4693-BDBA-B1073A30D4AF}" type="pres">
      <dgm:prSet presAssocID="{0D5375A6-57CC-4F14-B777-F93A5AC6E5A3}" presName="linear" presStyleCnt="0">
        <dgm:presLayoutVars>
          <dgm:animLvl val="lvl"/>
          <dgm:resizeHandles val="exact"/>
        </dgm:presLayoutVars>
      </dgm:prSet>
      <dgm:spPr/>
    </dgm:pt>
    <dgm:pt modelId="{4D1030A1-2221-406C-B9B6-875906F23FDB}" type="pres">
      <dgm:prSet presAssocID="{43292A4F-D6FD-4C93-8659-1C804CAF3719}" presName="parentText" presStyleLbl="node1" presStyleIdx="0" presStyleCnt="8">
        <dgm:presLayoutVars>
          <dgm:chMax val="0"/>
          <dgm:bulletEnabled val="1"/>
        </dgm:presLayoutVars>
      </dgm:prSet>
      <dgm:spPr/>
    </dgm:pt>
    <dgm:pt modelId="{20C1D1FD-F335-49EF-A4AD-BBAAE8BDEA1E}" type="pres">
      <dgm:prSet presAssocID="{9F4109D5-DCB8-4A97-BB8E-7944060D3554}" presName="spacer" presStyleCnt="0"/>
      <dgm:spPr/>
    </dgm:pt>
    <dgm:pt modelId="{303A0F00-A7E0-46CC-AFCC-6BB28AB4DCE6}" type="pres">
      <dgm:prSet presAssocID="{722ECA8E-09F7-4414-982F-A102B80C4F72}" presName="parentText" presStyleLbl="node1" presStyleIdx="1" presStyleCnt="8">
        <dgm:presLayoutVars>
          <dgm:chMax val="0"/>
          <dgm:bulletEnabled val="1"/>
        </dgm:presLayoutVars>
      </dgm:prSet>
      <dgm:spPr/>
    </dgm:pt>
    <dgm:pt modelId="{E1CA1E11-FD33-48F8-8676-A7D6B4898651}" type="pres">
      <dgm:prSet presAssocID="{A32EB836-3D79-43CE-BEF0-1BFDB644F32C}" presName="spacer" presStyleCnt="0"/>
      <dgm:spPr/>
    </dgm:pt>
    <dgm:pt modelId="{7F60B537-6428-402B-B6A8-24FA609D1052}" type="pres">
      <dgm:prSet presAssocID="{F7961E90-29CE-434D-A329-60693813F3F6}" presName="parentText" presStyleLbl="node1" presStyleIdx="2" presStyleCnt="8">
        <dgm:presLayoutVars>
          <dgm:chMax val="0"/>
          <dgm:bulletEnabled val="1"/>
        </dgm:presLayoutVars>
      </dgm:prSet>
      <dgm:spPr/>
    </dgm:pt>
    <dgm:pt modelId="{03590FB6-A222-4450-833A-BF086E03F574}" type="pres">
      <dgm:prSet presAssocID="{C85813D6-CBAF-4A70-9E27-FBFB581D686F}" presName="spacer" presStyleCnt="0"/>
      <dgm:spPr/>
    </dgm:pt>
    <dgm:pt modelId="{477D014F-B6D9-4E93-97D8-2E39142AA9F8}" type="pres">
      <dgm:prSet presAssocID="{5722C1B9-D79C-4569-9C48-6E2AA991CA6E}" presName="parentText" presStyleLbl="node1" presStyleIdx="3" presStyleCnt="8">
        <dgm:presLayoutVars>
          <dgm:chMax val="0"/>
          <dgm:bulletEnabled val="1"/>
        </dgm:presLayoutVars>
      </dgm:prSet>
      <dgm:spPr/>
    </dgm:pt>
    <dgm:pt modelId="{CCDC9305-35E5-41B2-ABA3-F4BAE3CD1B01}" type="pres">
      <dgm:prSet presAssocID="{959C0DB9-83B5-4459-8689-E296327198B8}" presName="spacer" presStyleCnt="0"/>
      <dgm:spPr/>
    </dgm:pt>
    <dgm:pt modelId="{0D63BDBC-A799-4C8D-8DF4-723B0974F12C}" type="pres">
      <dgm:prSet presAssocID="{92007D9D-9ED9-4F38-BD19-3A5F69A42955}" presName="parentText" presStyleLbl="node1" presStyleIdx="4" presStyleCnt="8">
        <dgm:presLayoutVars>
          <dgm:chMax val="0"/>
          <dgm:bulletEnabled val="1"/>
        </dgm:presLayoutVars>
      </dgm:prSet>
      <dgm:spPr/>
    </dgm:pt>
    <dgm:pt modelId="{A96C3FB2-1329-4694-BF74-5C5489007A79}" type="pres">
      <dgm:prSet presAssocID="{42B6178D-14CE-4A2A-B9F3-AED53C54BB62}" presName="spacer" presStyleCnt="0"/>
      <dgm:spPr/>
    </dgm:pt>
    <dgm:pt modelId="{A653CB1B-9ADE-45FB-8F8A-1657B8AAE510}" type="pres">
      <dgm:prSet presAssocID="{E5127E49-9033-45AD-AC15-D0340BE8EC0F}" presName="parentText" presStyleLbl="node1" presStyleIdx="5" presStyleCnt="8">
        <dgm:presLayoutVars>
          <dgm:chMax val="0"/>
          <dgm:bulletEnabled val="1"/>
        </dgm:presLayoutVars>
      </dgm:prSet>
      <dgm:spPr/>
    </dgm:pt>
    <dgm:pt modelId="{80896CE7-C7A9-4889-A257-197160645FCF}" type="pres">
      <dgm:prSet presAssocID="{6E0944B8-9FF5-4EC9-8BF7-70563A301AB2}" presName="spacer" presStyleCnt="0"/>
      <dgm:spPr/>
    </dgm:pt>
    <dgm:pt modelId="{AA4C14A8-4005-4120-964D-722DC4BE3965}" type="pres">
      <dgm:prSet presAssocID="{3610BE3A-EBA3-4926-91F4-99820CB83333}" presName="parentText" presStyleLbl="node1" presStyleIdx="6" presStyleCnt="8">
        <dgm:presLayoutVars>
          <dgm:chMax val="0"/>
          <dgm:bulletEnabled val="1"/>
        </dgm:presLayoutVars>
      </dgm:prSet>
      <dgm:spPr/>
    </dgm:pt>
    <dgm:pt modelId="{21F7EB5D-EDF7-4B1A-BEB4-A4765F2DFFA7}" type="pres">
      <dgm:prSet presAssocID="{98ACA74E-BA36-4A6F-AF42-D642E0C065E1}" presName="spacer" presStyleCnt="0"/>
      <dgm:spPr/>
    </dgm:pt>
    <dgm:pt modelId="{AC9C0AAB-9C08-491E-AE9A-3400C8722515}" type="pres">
      <dgm:prSet presAssocID="{1471E331-9758-4BDE-B0BA-F3EA7E5B899A}" presName="parentText" presStyleLbl="node1" presStyleIdx="7" presStyleCnt="8">
        <dgm:presLayoutVars>
          <dgm:chMax val="0"/>
          <dgm:bulletEnabled val="1"/>
        </dgm:presLayoutVars>
      </dgm:prSet>
      <dgm:spPr/>
    </dgm:pt>
  </dgm:ptLst>
  <dgm:cxnLst>
    <dgm:cxn modelId="{6BC91505-4C04-47C7-AA2F-911620F2B774}" srcId="{0D5375A6-57CC-4F14-B777-F93A5AC6E5A3}" destId="{5722C1B9-D79C-4569-9C48-6E2AA991CA6E}" srcOrd="3" destOrd="0" parTransId="{2068A21E-FA04-4254-91A8-51838FE371D3}" sibTransId="{959C0DB9-83B5-4459-8689-E296327198B8}"/>
    <dgm:cxn modelId="{E67D3D0C-168E-4481-8F7E-6333663331A6}" type="presOf" srcId="{5722C1B9-D79C-4569-9C48-6E2AA991CA6E}" destId="{477D014F-B6D9-4E93-97D8-2E39142AA9F8}" srcOrd="0" destOrd="0" presId="urn:microsoft.com/office/officeart/2005/8/layout/vList2"/>
    <dgm:cxn modelId="{B7DE602E-724D-4770-AA4B-7B9E641B3037}" type="presOf" srcId="{722ECA8E-09F7-4414-982F-A102B80C4F72}" destId="{303A0F00-A7E0-46CC-AFCC-6BB28AB4DCE6}" srcOrd="0" destOrd="0" presId="urn:microsoft.com/office/officeart/2005/8/layout/vList2"/>
    <dgm:cxn modelId="{9580185E-3972-4AF0-B21B-083DA0355406}" srcId="{0D5375A6-57CC-4F14-B777-F93A5AC6E5A3}" destId="{722ECA8E-09F7-4414-982F-A102B80C4F72}" srcOrd="1" destOrd="0" parTransId="{54D0AD13-2D2A-406C-A9E8-3A0C132F0C51}" sibTransId="{A32EB836-3D79-43CE-BEF0-1BFDB644F32C}"/>
    <dgm:cxn modelId="{66E5DB66-1C04-423C-81BB-4406DC299F83}" type="presOf" srcId="{0D5375A6-57CC-4F14-B777-F93A5AC6E5A3}" destId="{7ED76F94-E35D-4693-BDBA-B1073A30D4AF}" srcOrd="0" destOrd="0" presId="urn:microsoft.com/office/officeart/2005/8/layout/vList2"/>
    <dgm:cxn modelId="{B628DC6C-40D9-4487-825E-9F9B65780E30}" srcId="{0D5375A6-57CC-4F14-B777-F93A5AC6E5A3}" destId="{E5127E49-9033-45AD-AC15-D0340BE8EC0F}" srcOrd="5" destOrd="0" parTransId="{59799894-DB14-4A72-887D-060F750B0679}" sibTransId="{6E0944B8-9FF5-4EC9-8BF7-70563A301AB2}"/>
    <dgm:cxn modelId="{64EF3A72-A675-40E0-ABFF-8C905A8ADF77}" srcId="{0D5375A6-57CC-4F14-B777-F93A5AC6E5A3}" destId="{92007D9D-9ED9-4F38-BD19-3A5F69A42955}" srcOrd="4" destOrd="0" parTransId="{4C36AC82-74AB-4661-98C9-E7F405287569}" sibTransId="{42B6178D-14CE-4A2A-B9F3-AED53C54BB62}"/>
    <dgm:cxn modelId="{7C490776-7D56-414D-B5D8-5EB2F1C69836}" type="presOf" srcId="{1471E331-9758-4BDE-B0BA-F3EA7E5B899A}" destId="{AC9C0AAB-9C08-491E-AE9A-3400C8722515}" srcOrd="0" destOrd="0" presId="urn:microsoft.com/office/officeart/2005/8/layout/vList2"/>
    <dgm:cxn modelId="{9FA88B58-4507-43E5-A5C0-53943C1D1F26}" srcId="{0D5375A6-57CC-4F14-B777-F93A5AC6E5A3}" destId="{F7961E90-29CE-434D-A329-60693813F3F6}" srcOrd="2" destOrd="0" parTransId="{24F56FAE-B9CE-40A4-A667-971F431E89A2}" sibTransId="{C85813D6-CBAF-4A70-9E27-FBFB581D686F}"/>
    <dgm:cxn modelId="{25BF4D5A-0A73-419E-8385-8729882008DA}" type="presOf" srcId="{43292A4F-D6FD-4C93-8659-1C804CAF3719}" destId="{4D1030A1-2221-406C-B9B6-875906F23FDB}" srcOrd="0" destOrd="0" presId="urn:microsoft.com/office/officeart/2005/8/layout/vList2"/>
    <dgm:cxn modelId="{27229482-81D5-4F61-935F-501FFE4A8217}" srcId="{0D5375A6-57CC-4F14-B777-F93A5AC6E5A3}" destId="{43292A4F-D6FD-4C93-8659-1C804CAF3719}" srcOrd="0" destOrd="0" parTransId="{669DDA4C-4175-4160-BEF4-969D2F1D613C}" sibTransId="{9F4109D5-DCB8-4A97-BB8E-7944060D3554}"/>
    <dgm:cxn modelId="{F17CDE94-DAA2-4DA0-9DF6-BAC99490A114}" srcId="{0D5375A6-57CC-4F14-B777-F93A5AC6E5A3}" destId="{3610BE3A-EBA3-4926-91F4-99820CB83333}" srcOrd="6" destOrd="0" parTransId="{1F57193C-99FE-4338-9289-71ABEAB1B722}" sibTransId="{98ACA74E-BA36-4A6F-AF42-D642E0C065E1}"/>
    <dgm:cxn modelId="{FC0191AA-3F23-4BA1-AE2F-2616C071E780}" type="presOf" srcId="{3610BE3A-EBA3-4926-91F4-99820CB83333}" destId="{AA4C14A8-4005-4120-964D-722DC4BE3965}" srcOrd="0" destOrd="0" presId="urn:microsoft.com/office/officeart/2005/8/layout/vList2"/>
    <dgm:cxn modelId="{50E2C1B7-B954-4435-825A-99A3A8DB268E}" type="presOf" srcId="{92007D9D-9ED9-4F38-BD19-3A5F69A42955}" destId="{0D63BDBC-A799-4C8D-8DF4-723B0974F12C}" srcOrd="0" destOrd="0" presId="urn:microsoft.com/office/officeart/2005/8/layout/vList2"/>
    <dgm:cxn modelId="{861EE8CA-1895-419F-A43F-594E38BBC098}" srcId="{0D5375A6-57CC-4F14-B777-F93A5AC6E5A3}" destId="{1471E331-9758-4BDE-B0BA-F3EA7E5B899A}" srcOrd="7" destOrd="0" parTransId="{D8D24DD8-5081-417A-86FA-D74961436D3C}" sibTransId="{A315573B-033C-4635-B4FC-DBE8D4A6A9A6}"/>
    <dgm:cxn modelId="{E8F494CF-F5DC-45BE-95A0-9322798E6631}" type="presOf" srcId="{E5127E49-9033-45AD-AC15-D0340BE8EC0F}" destId="{A653CB1B-9ADE-45FB-8F8A-1657B8AAE510}" srcOrd="0" destOrd="0" presId="urn:microsoft.com/office/officeart/2005/8/layout/vList2"/>
    <dgm:cxn modelId="{3E57BBE2-11FA-4F8E-88AB-868689849951}" type="presOf" srcId="{F7961E90-29CE-434D-A329-60693813F3F6}" destId="{7F60B537-6428-402B-B6A8-24FA609D1052}" srcOrd="0" destOrd="0" presId="urn:microsoft.com/office/officeart/2005/8/layout/vList2"/>
    <dgm:cxn modelId="{E4122BC3-0125-4D96-B8E1-81760F5AF61A}" type="presParOf" srcId="{7ED76F94-E35D-4693-BDBA-B1073A30D4AF}" destId="{4D1030A1-2221-406C-B9B6-875906F23FDB}" srcOrd="0" destOrd="0" presId="urn:microsoft.com/office/officeart/2005/8/layout/vList2"/>
    <dgm:cxn modelId="{90BA5533-F116-46E0-8278-5F330A05FAAD}" type="presParOf" srcId="{7ED76F94-E35D-4693-BDBA-B1073A30D4AF}" destId="{20C1D1FD-F335-49EF-A4AD-BBAAE8BDEA1E}" srcOrd="1" destOrd="0" presId="urn:microsoft.com/office/officeart/2005/8/layout/vList2"/>
    <dgm:cxn modelId="{56C99016-CF48-4317-B37A-2E9854A268FB}" type="presParOf" srcId="{7ED76F94-E35D-4693-BDBA-B1073A30D4AF}" destId="{303A0F00-A7E0-46CC-AFCC-6BB28AB4DCE6}" srcOrd="2" destOrd="0" presId="urn:microsoft.com/office/officeart/2005/8/layout/vList2"/>
    <dgm:cxn modelId="{953BE945-0EC3-4DC9-A727-7193F8EFE29B}" type="presParOf" srcId="{7ED76F94-E35D-4693-BDBA-B1073A30D4AF}" destId="{E1CA1E11-FD33-48F8-8676-A7D6B4898651}" srcOrd="3" destOrd="0" presId="urn:microsoft.com/office/officeart/2005/8/layout/vList2"/>
    <dgm:cxn modelId="{F7D9CA35-D3E6-4264-98B4-33B5ABC782D4}" type="presParOf" srcId="{7ED76F94-E35D-4693-BDBA-B1073A30D4AF}" destId="{7F60B537-6428-402B-B6A8-24FA609D1052}" srcOrd="4" destOrd="0" presId="urn:microsoft.com/office/officeart/2005/8/layout/vList2"/>
    <dgm:cxn modelId="{3B2343B9-A045-49A8-9649-658B7091891C}" type="presParOf" srcId="{7ED76F94-E35D-4693-BDBA-B1073A30D4AF}" destId="{03590FB6-A222-4450-833A-BF086E03F574}" srcOrd="5" destOrd="0" presId="urn:microsoft.com/office/officeart/2005/8/layout/vList2"/>
    <dgm:cxn modelId="{DE56F361-2973-454E-BE99-2B26F3D74C4A}" type="presParOf" srcId="{7ED76F94-E35D-4693-BDBA-B1073A30D4AF}" destId="{477D014F-B6D9-4E93-97D8-2E39142AA9F8}" srcOrd="6" destOrd="0" presId="urn:microsoft.com/office/officeart/2005/8/layout/vList2"/>
    <dgm:cxn modelId="{8AF2CA5C-F8D6-4BEE-9764-8077DEC7F2B0}" type="presParOf" srcId="{7ED76F94-E35D-4693-BDBA-B1073A30D4AF}" destId="{CCDC9305-35E5-41B2-ABA3-F4BAE3CD1B01}" srcOrd="7" destOrd="0" presId="urn:microsoft.com/office/officeart/2005/8/layout/vList2"/>
    <dgm:cxn modelId="{E3F10092-510F-43B6-AB98-770FD829F6A2}" type="presParOf" srcId="{7ED76F94-E35D-4693-BDBA-B1073A30D4AF}" destId="{0D63BDBC-A799-4C8D-8DF4-723B0974F12C}" srcOrd="8" destOrd="0" presId="urn:microsoft.com/office/officeart/2005/8/layout/vList2"/>
    <dgm:cxn modelId="{19058355-7209-4FED-A8C1-C6C44C74299B}" type="presParOf" srcId="{7ED76F94-E35D-4693-BDBA-B1073A30D4AF}" destId="{A96C3FB2-1329-4694-BF74-5C5489007A79}" srcOrd="9" destOrd="0" presId="urn:microsoft.com/office/officeart/2005/8/layout/vList2"/>
    <dgm:cxn modelId="{652535B7-4DF2-4BC6-8A16-48FDB200E6B9}" type="presParOf" srcId="{7ED76F94-E35D-4693-BDBA-B1073A30D4AF}" destId="{A653CB1B-9ADE-45FB-8F8A-1657B8AAE510}" srcOrd="10" destOrd="0" presId="urn:microsoft.com/office/officeart/2005/8/layout/vList2"/>
    <dgm:cxn modelId="{8C0376E6-5062-4748-922D-0D8DCA7034C2}" type="presParOf" srcId="{7ED76F94-E35D-4693-BDBA-B1073A30D4AF}" destId="{80896CE7-C7A9-4889-A257-197160645FCF}" srcOrd="11" destOrd="0" presId="urn:microsoft.com/office/officeart/2005/8/layout/vList2"/>
    <dgm:cxn modelId="{FFDCC72C-F30F-4354-81CD-093595AE2A9D}" type="presParOf" srcId="{7ED76F94-E35D-4693-BDBA-B1073A30D4AF}" destId="{AA4C14A8-4005-4120-964D-722DC4BE3965}" srcOrd="12" destOrd="0" presId="urn:microsoft.com/office/officeart/2005/8/layout/vList2"/>
    <dgm:cxn modelId="{DE4DC8A0-7AA4-4C4A-9FEB-820EFFF621C7}" type="presParOf" srcId="{7ED76F94-E35D-4693-BDBA-B1073A30D4AF}" destId="{21F7EB5D-EDF7-4B1A-BEB4-A4765F2DFFA7}" srcOrd="13" destOrd="0" presId="urn:microsoft.com/office/officeart/2005/8/layout/vList2"/>
    <dgm:cxn modelId="{43ADC804-A107-4DF4-872A-B7CB8686CE32}" type="presParOf" srcId="{7ED76F94-E35D-4693-BDBA-B1073A30D4AF}" destId="{AC9C0AAB-9C08-491E-AE9A-3400C8722515}"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2853E97-1FFC-47B6-958E-F8E0B1397F60}"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343CD21D-41ED-4C34-BF83-359184522F17}">
      <dgm:prSet/>
      <dgm:spPr/>
      <dgm:t>
        <a:bodyPr/>
        <a:lstStyle/>
        <a:p>
          <a:r>
            <a:rPr lang="en-US"/>
            <a:t>Inputs </a:t>
          </a:r>
        </a:p>
      </dgm:t>
    </dgm:pt>
    <dgm:pt modelId="{2E6F4F8B-B68D-4267-A8D5-F906D2EEE5BB}" type="parTrans" cxnId="{0C76F18F-66F5-41BB-AFFA-95C81376134E}">
      <dgm:prSet/>
      <dgm:spPr/>
      <dgm:t>
        <a:bodyPr/>
        <a:lstStyle/>
        <a:p>
          <a:endParaRPr lang="en-US"/>
        </a:p>
      </dgm:t>
    </dgm:pt>
    <dgm:pt modelId="{240F69C3-7B24-4716-82B9-3D28D7AE4735}" type="sibTrans" cxnId="{0C76F18F-66F5-41BB-AFFA-95C81376134E}">
      <dgm:prSet/>
      <dgm:spPr/>
      <dgm:t>
        <a:bodyPr/>
        <a:lstStyle/>
        <a:p>
          <a:endParaRPr lang="en-US"/>
        </a:p>
      </dgm:t>
    </dgm:pt>
    <dgm:pt modelId="{D7731496-8087-4554-873D-3EDF7F563093}">
      <dgm:prSet/>
      <dgm:spPr/>
      <dgm:t>
        <a:bodyPr/>
        <a:lstStyle/>
        <a:p>
          <a:r>
            <a:rPr lang="en-US"/>
            <a:t>Calculations</a:t>
          </a:r>
        </a:p>
      </dgm:t>
    </dgm:pt>
    <dgm:pt modelId="{BB2B3FE2-B056-4AFE-B812-920E91361B7D}" type="parTrans" cxnId="{8F8EE8DF-7E54-4BE3-B07C-047E95AAEB62}">
      <dgm:prSet/>
      <dgm:spPr/>
      <dgm:t>
        <a:bodyPr/>
        <a:lstStyle/>
        <a:p>
          <a:endParaRPr lang="en-US"/>
        </a:p>
      </dgm:t>
    </dgm:pt>
    <dgm:pt modelId="{E1AA18A0-1C3A-4C9B-8034-209AA52CD668}" type="sibTrans" cxnId="{8F8EE8DF-7E54-4BE3-B07C-047E95AAEB62}">
      <dgm:prSet/>
      <dgm:spPr/>
      <dgm:t>
        <a:bodyPr/>
        <a:lstStyle/>
        <a:p>
          <a:endParaRPr lang="en-US"/>
        </a:p>
      </dgm:t>
    </dgm:pt>
    <dgm:pt modelId="{1E3BCDCB-1811-40BE-8ED9-C9A58B1921EF}">
      <dgm:prSet/>
      <dgm:spPr/>
      <dgm:t>
        <a:bodyPr/>
        <a:lstStyle/>
        <a:p>
          <a:r>
            <a:rPr lang="en-US"/>
            <a:t>Validation and processes. </a:t>
          </a:r>
        </a:p>
      </dgm:t>
    </dgm:pt>
    <dgm:pt modelId="{82D11267-1625-44DF-9E80-49D0E0D096F3}" type="parTrans" cxnId="{0C6D34B2-835E-4D8C-83D9-9F9B083884C9}">
      <dgm:prSet/>
      <dgm:spPr/>
      <dgm:t>
        <a:bodyPr/>
        <a:lstStyle/>
        <a:p>
          <a:endParaRPr lang="en-US"/>
        </a:p>
      </dgm:t>
    </dgm:pt>
    <dgm:pt modelId="{8645960A-FACA-4249-B925-6DE69ABC4DD1}" type="sibTrans" cxnId="{0C6D34B2-835E-4D8C-83D9-9F9B083884C9}">
      <dgm:prSet/>
      <dgm:spPr/>
      <dgm:t>
        <a:bodyPr/>
        <a:lstStyle/>
        <a:p>
          <a:endParaRPr lang="en-US"/>
        </a:p>
      </dgm:t>
    </dgm:pt>
    <dgm:pt modelId="{1CAFAB45-C654-40A8-8C0F-FE7DCBD174B7}" type="pres">
      <dgm:prSet presAssocID="{D2853E97-1FFC-47B6-958E-F8E0B1397F60}" presName="vert0" presStyleCnt="0">
        <dgm:presLayoutVars>
          <dgm:dir/>
          <dgm:animOne val="branch"/>
          <dgm:animLvl val="lvl"/>
        </dgm:presLayoutVars>
      </dgm:prSet>
      <dgm:spPr/>
    </dgm:pt>
    <dgm:pt modelId="{422E6CCD-6D80-4EFE-9E26-17F7804A3EFB}" type="pres">
      <dgm:prSet presAssocID="{343CD21D-41ED-4C34-BF83-359184522F17}" presName="thickLine" presStyleLbl="alignNode1" presStyleIdx="0" presStyleCnt="3"/>
      <dgm:spPr/>
    </dgm:pt>
    <dgm:pt modelId="{FA41AEE8-0862-49BA-9F31-BF5A7ABF8B46}" type="pres">
      <dgm:prSet presAssocID="{343CD21D-41ED-4C34-BF83-359184522F17}" presName="horz1" presStyleCnt="0"/>
      <dgm:spPr/>
    </dgm:pt>
    <dgm:pt modelId="{6E4FD7A4-CE72-445D-BE44-03FBFA81267E}" type="pres">
      <dgm:prSet presAssocID="{343CD21D-41ED-4C34-BF83-359184522F17}" presName="tx1" presStyleLbl="revTx" presStyleIdx="0" presStyleCnt="3"/>
      <dgm:spPr/>
    </dgm:pt>
    <dgm:pt modelId="{0A3A27FC-2F58-4B8A-9E6A-382D4D803590}" type="pres">
      <dgm:prSet presAssocID="{343CD21D-41ED-4C34-BF83-359184522F17}" presName="vert1" presStyleCnt="0"/>
      <dgm:spPr/>
    </dgm:pt>
    <dgm:pt modelId="{EF375A5B-0E18-4334-B43E-D3C01B0F1DE2}" type="pres">
      <dgm:prSet presAssocID="{D7731496-8087-4554-873D-3EDF7F563093}" presName="thickLine" presStyleLbl="alignNode1" presStyleIdx="1" presStyleCnt="3"/>
      <dgm:spPr/>
    </dgm:pt>
    <dgm:pt modelId="{36B60A34-361C-425A-A25B-81A1E1A025CB}" type="pres">
      <dgm:prSet presAssocID="{D7731496-8087-4554-873D-3EDF7F563093}" presName="horz1" presStyleCnt="0"/>
      <dgm:spPr/>
    </dgm:pt>
    <dgm:pt modelId="{B5A3ABEB-6EFE-4671-9B6F-750C6C0F3BB7}" type="pres">
      <dgm:prSet presAssocID="{D7731496-8087-4554-873D-3EDF7F563093}" presName="tx1" presStyleLbl="revTx" presStyleIdx="1" presStyleCnt="3"/>
      <dgm:spPr/>
    </dgm:pt>
    <dgm:pt modelId="{330846AC-28B5-4098-99BA-8FDE965A348B}" type="pres">
      <dgm:prSet presAssocID="{D7731496-8087-4554-873D-3EDF7F563093}" presName="vert1" presStyleCnt="0"/>
      <dgm:spPr/>
    </dgm:pt>
    <dgm:pt modelId="{64C3E8BB-D138-4129-91A1-FB00BF1D3C11}" type="pres">
      <dgm:prSet presAssocID="{1E3BCDCB-1811-40BE-8ED9-C9A58B1921EF}" presName="thickLine" presStyleLbl="alignNode1" presStyleIdx="2" presStyleCnt="3"/>
      <dgm:spPr/>
    </dgm:pt>
    <dgm:pt modelId="{78006842-33BD-43FE-B05B-4511C905B006}" type="pres">
      <dgm:prSet presAssocID="{1E3BCDCB-1811-40BE-8ED9-C9A58B1921EF}" presName="horz1" presStyleCnt="0"/>
      <dgm:spPr/>
    </dgm:pt>
    <dgm:pt modelId="{CBC9A2BE-C760-45F5-B6CA-2E92824FC3E2}" type="pres">
      <dgm:prSet presAssocID="{1E3BCDCB-1811-40BE-8ED9-C9A58B1921EF}" presName="tx1" presStyleLbl="revTx" presStyleIdx="2" presStyleCnt="3"/>
      <dgm:spPr/>
    </dgm:pt>
    <dgm:pt modelId="{B4084B3A-94A9-4D57-BCC5-DA910E9112F8}" type="pres">
      <dgm:prSet presAssocID="{1E3BCDCB-1811-40BE-8ED9-C9A58B1921EF}" presName="vert1" presStyleCnt="0"/>
      <dgm:spPr/>
    </dgm:pt>
  </dgm:ptLst>
  <dgm:cxnLst>
    <dgm:cxn modelId="{F6B49E3B-3C40-4986-8D2B-3B864F944269}" type="presOf" srcId="{343CD21D-41ED-4C34-BF83-359184522F17}" destId="{6E4FD7A4-CE72-445D-BE44-03FBFA81267E}" srcOrd="0" destOrd="0" presId="urn:microsoft.com/office/officeart/2008/layout/LinedList"/>
    <dgm:cxn modelId="{18EEB85A-F0EC-4759-B327-B4049B8FC8D1}" type="presOf" srcId="{D7731496-8087-4554-873D-3EDF7F563093}" destId="{B5A3ABEB-6EFE-4671-9B6F-750C6C0F3BB7}" srcOrd="0" destOrd="0" presId="urn:microsoft.com/office/officeart/2008/layout/LinedList"/>
    <dgm:cxn modelId="{0C76F18F-66F5-41BB-AFFA-95C81376134E}" srcId="{D2853E97-1FFC-47B6-958E-F8E0B1397F60}" destId="{343CD21D-41ED-4C34-BF83-359184522F17}" srcOrd="0" destOrd="0" parTransId="{2E6F4F8B-B68D-4267-A8D5-F906D2EEE5BB}" sibTransId="{240F69C3-7B24-4716-82B9-3D28D7AE4735}"/>
    <dgm:cxn modelId="{0C6D34B2-835E-4D8C-83D9-9F9B083884C9}" srcId="{D2853E97-1FFC-47B6-958E-F8E0B1397F60}" destId="{1E3BCDCB-1811-40BE-8ED9-C9A58B1921EF}" srcOrd="2" destOrd="0" parTransId="{82D11267-1625-44DF-9E80-49D0E0D096F3}" sibTransId="{8645960A-FACA-4249-B925-6DE69ABC4DD1}"/>
    <dgm:cxn modelId="{545F7ECB-DB57-475B-9F4E-FDC64CA403F5}" type="presOf" srcId="{D2853E97-1FFC-47B6-958E-F8E0B1397F60}" destId="{1CAFAB45-C654-40A8-8C0F-FE7DCBD174B7}" srcOrd="0" destOrd="0" presId="urn:microsoft.com/office/officeart/2008/layout/LinedList"/>
    <dgm:cxn modelId="{8F8EE8DF-7E54-4BE3-B07C-047E95AAEB62}" srcId="{D2853E97-1FFC-47B6-958E-F8E0B1397F60}" destId="{D7731496-8087-4554-873D-3EDF7F563093}" srcOrd="1" destOrd="0" parTransId="{BB2B3FE2-B056-4AFE-B812-920E91361B7D}" sibTransId="{E1AA18A0-1C3A-4C9B-8034-209AA52CD668}"/>
    <dgm:cxn modelId="{F15AF0F9-5729-436E-A471-6317042BA788}" type="presOf" srcId="{1E3BCDCB-1811-40BE-8ED9-C9A58B1921EF}" destId="{CBC9A2BE-C760-45F5-B6CA-2E92824FC3E2}" srcOrd="0" destOrd="0" presId="urn:microsoft.com/office/officeart/2008/layout/LinedList"/>
    <dgm:cxn modelId="{9B820B2F-0B2B-4596-8934-0967A9BF3BF5}" type="presParOf" srcId="{1CAFAB45-C654-40A8-8C0F-FE7DCBD174B7}" destId="{422E6CCD-6D80-4EFE-9E26-17F7804A3EFB}" srcOrd="0" destOrd="0" presId="urn:microsoft.com/office/officeart/2008/layout/LinedList"/>
    <dgm:cxn modelId="{8CF65580-3B50-4DB8-ABBA-29F73BBF20FB}" type="presParOf" srcId="{1CAFAB45-C654-40A8-8C0F-FE7DCBD174B7}" destId="{FA41AEE8-0862-49BA-9F31-BF5A7ABF8B46}" srcOrd="1" destOrd="0" presId="urn:microsoft.com/office/officeart/2008/layout/LinedList"/>
    <dgm:cxn modelId="{8D425664-587F-447F-8B66-7AF097F31020}" type="presParOf" srcId="{FA41AEE8-0862-49BA-9F31-BF5A7ABF8B46}" destId="{6E4FD7A4-CE72-445D-BE44-03FBFA81267E}" srcOrd="0" destOrd="0" presId="urn:microsoft.com/office/officeart/2008/layout/LinedList"/>
    <dgm:cxn modelId="{19937629-D7A2-4606-A21D-9792F3D60CE5}" type="presParOf" srcId="{FA41AEE8-0862-49BA-9F31-BF5A7ABF8B46}" destId="{0A3A27FC-2F58-4B8A-9E6A-382D4D803590}" srcOrd="1" destOrd="0" presId="urn:microsoft.com/office/officeart/2008/layout/LinedList"/>
    <dgm:cxn modelId="{287F4816-D893-41D7-9735-8C5D4ADCD699}" type="presParOf" srcId="{1CAFAB45-C654-40A8-8C0F-FE7DCBD174B7}" destId="{EF375A5B-0E18-4334-B43E-D3C01B0F1DE2}" srcOrd="2" destOrd="0" presId="urn:microsoft.com/office/officeart/2008/layout/LinedList"/>
    <dgm:cxn modelId="{E0C388B6-35C7-4D3D-8771-C13D0E4B08BF}" type="presParOf" srcId="{1CAFAB45-C654-40A8-8C0F-FE7DCBD174B7}" destId="{36B60A34-361C-425A-A25B-81A1E1A025CB}" srcOrd="3" destOrd="0" presId="urn:microsoft.com/office/officeart/2008/layout/LinedList"/>
    <dgm:cxn modelId="{7159D3A4-D31A-4F30-87E6-365535A07805}" type="presParOf" srcId="{36B60A34-361C-425A-A25B-81A1E1A025CB}" destId="{B5A3ABEB-6EFE-4671-9B6F-750C6C0F3BB7}" srcOrd="0" destOrd="0" presId="urn:microsoft.com/office/officeart/2008/layout/LinedList"/>
    <dgm:cxn modelId="{DEEA72E2-3A15-4C01-A1AB-FEE2B853FC62}" type="presParOf" srcId="{36B60A34-361C-425A-A25B-81A1E1A025CB}" destId="{330846AC-28B5-4098-99BA-8FDE965A348B}" srcOrd="1" destOrd="0" presId="urn:microsoft.com/office/officeart/2008/layout/LinedList"/>
    <dgm:cxn modelId="{16B6580F-3270-4918-91C3-7816EF2F7BB7}" type="presParOf" srcId="{1CAFAB45-C654-40A8-8C0F-FE7DCBD174B7}" destId="{64C3E8BB-D138-4129-91A1-FB00BF1D3C11}" srcOrd="4" destOrd="0" presId="urn:microsoft.com/office/officeart/2008/layout/LinedList"/>
    <dgm:cxn modelId="{90C585A5-FB98-433B-8992-243D21A02679}" type="presParOf" srcId="{1CAFAB45-C654-40A8-8C0F-FE7DCBD174B7}" destId="{78006842-33BD-43FE-B05B-4511C905B006}" srcOrd="5" destOrd="0" presId="urn:microsoft.com/office/officeart/2008/layout/LinedList"/>
    <dgm:cxn modelId="{C53A1526-1992-448F-952A-38E654EF7221}" type="presParOf" srcId="{78006842-33BD-43FE-B05B-4511C905B006}" destId="{CBC9A2BE-C760-45F5-B6CA-2E92824FC3E2}" srcOrd="0" destOrd="0" presId="urn:microsoft.com/office/officeart/2008/layout/LinedList"/>
    <dgm:cxn modelId="{EA1998F8-5A99-41CB-9232-B08A3B824941}" type="presParOf" srcId="{78006842-33BD-43FE-B05B-4511C905B006}" destId="{B4084B3A-94A9-4D57-BCC5-DA910E9112F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5719208-D1FA-4143-AC32-159D03551B1F}"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2269F097-5B42-42D9-9CC9-E23E94A52B3E}">
      <dgm:prSet/>
      <dgm:spPr/>
      <dgm:t>
        <a:bodyPr/>
        <a:lstStyle/>
        <a:p>
          <a:r>
            <a:rPr lang="en-US"/>
            <a:t>Students should demonstrate how testing was used throughout the development to test and refine the solution. This may include reference to:</a:t>
          </a:r>
        </a:p>
      </dgm:t>
    </dgm:pt>
    <dgm:pt modelId="{F60B732F-E0C8-45BC-A962-79E840DEB6CB}" type="parTrans" cxnId="{DF640F3B-2238-4910-B75E-36012B12C7BB}">
      <dgm:prSet/>
      <dgm:spPr/>
      <dgm:t>
        <a:bodyPr/>
        <a:lstStyle/>
        <a:p>
          <a:endParaRPr lang="en-US"/>
        </a:p>
      </dgm:t>
    </dgm:pt>
    <dgm:pt modelId="{1466CA83-D1D1-4E14-A7BA-4E46C27CC7F3}" type="sibTrans" cxnId="{DF640F3B-2238-4910-B75E-36012B12C7BB}">
      <dgm:prSet/>
      <dgm:spPr/>
      <dgm:t>
        <a:bodyPr/>
        <a:lstStyle/>
        <a:p>
          <a:endParaRPr lang="en-US"/>
        </a:p>
      </dgm:t>
    </dgm:pt>
    <dgm:pt modelId="{6EE60938-7E9C-4320-B9C6-39E51B502DAA}">
      <dgm:prSet/>
      <dgm:spPr/>
      <dgm:t>
        <a:bodyPr/>
        <a:lstStyle/>
        <a:p>
          <a:r>
            <a:rPr lang="en-US"/>
            <a:t>o Runtime errors that occurred when implementing code</a:t>
          </a:r>
        </a:p>
      </dgm:t>
    </dgm:pt>
    <dgm:pt modelId="{7EF5B819-7352-4B26-81BD-7C1002D656A5}" type="parTrans" cxnId="{35E6DF94-EA80-4EF5-9C12-1E83316F1DCA}">
      <dgm:prSet/>
      <dgm:spPr/>
      <dgm:t>
        <a:bodyPr/>
        <a:lstStyle/>
        <a:p>
          <a:endParaRPr lang="en-US"/>
        </a:p>
      </dgm:t>
    </dgm:pt>
    <dgm:pt modelId="{1DE518DF-A836-4FF3-B816-858C4F744990}" type="sibTrans" cxnId="{35E6DF94-EA80-4EF5-9C12-1E83316F1DCA}">
      <dgm:prSet/>
      <dgm:spPr/>
      <dgm:t>
        <a:bodyPr/>
        <a:lstStyle/>
        <a:p>
          <a:endParaRPr lang="en-US"/>
        </a:p>
      </dgm:t>
    </dgm:pt>
    <dgm:pt modelId="{7ADDAD57-66AC-47E0-908F-23F26B748E24}">
      <dgm:prSet/>
      <dgm:spPr/>
      <dgm:t>
        <a:bodyPr/>
        <a:lstStyle/>
        <a:p>
          <a:r>
            <a:rPr lang="en-US"/>
            <a:t>o Fixing of syntax errors</a:t>
          </a:r>
        </a:p>
      </dgm:t>
    </dgm:pt>
    <dgm:pt modelId="{3EB8DBC0-5FCD-4420-B857-94D0716E9444}" type="parTrans" cxnId="{6D62B1B4-00FE-4886-B725-45292ACE4107}">
      <dgm:prSet/>
      <dgm:spPr/>
      <dgm:t>
        <a:bodyPr/>
        <a:lstStyle/>
        <a:p>
          <a:endParaRPr lang="en-US"/>
        </a:p>
      </dgm:t>
    </dgm:pt>
    <dgm:pt modelId="{AF83F50F-3BEE-4794-A04A-3ACE15B168A6}" type="sibTrans" cxnId="{6D62B1B4-00FE-4886-B725-45292ACE4107}">
      <dgm:prSet/>
      <dgm:spPr/>
      <dgm:t>
        <a:bodyPr/>
        <a:lstStyle/>
        <a:p>
          <a:endParaRPr lang="en-US"/>
        </a:p>
      </dgm:t>
    </dgm:pt>
    <dgm:pt modelId="{8DD7C893-D2E3-4D1C-932E-29C65BD11893}">
      <dgm:prSet/>
      <dgm:spPr/>
      <dgm:t>
        <a:bodyPr/>
        <a:lstStyle/>
        <a:p>
          <a:r>
            <a:rPr lang="en-US"/>
            <a:t>o How logical errors were detected through the use of appropriate test data</a:t>
          </a:r>
        </a:p>
      </dgm:t>
    </dgm:pt>
    <dgm:pt modelId="{B00BAB77-E4B2-4F8F-B6AF-251BDE6FBEC1}" type="parTrans" cxnId="{42C19306-9091-49D0-874B-20C203408496}">
      <dgm:prSet/>
      <dgm:spPr/>
      <dgm:t>
        <a:bodyPr/>
        <a:lstStyle/>
        <a:p>
          <a:endParaRPr lang="en-US"/>
        </a:p>
      </dgm:t>
    </dgm:pt>
    <dgm:pt modelId="{2A053FF7-ED26-481D-BA0B-8621CA93E0D8}" type="sibTrans" cxnId="{42C19306-9091-49D0-874B-20C203408496}">
      <dgm:prSet/>
      <dgm:spPr/>
      <dgm:t>
        <a:bodyPr/>
        <a:lstStyle/>
        <a:p>
          <a:endParaRPr lang="en-US"/>
        </a:p>
      </dgm:t>
    </dgm:pt>
    <dgm:pt modelId="{A2D0BB2D-4F46-4ADD-84DB-12239064A015}">
      <dgm:prSet/>
      <dgm:spPr/>
      <dgm:t>
        <a:bodyPr/>
        <a:lstStyle/>
        <a:p>
          <a:r>
            <a:rPr lang="en-US"/>
            <a:t>o Descriptions of how issues were fixed</a:t>
          </a:r>
        </a:p>
      </dgm:t>
    </dgm:pt>
    <dgm:pt modelId="{D7DAE6F6-5259-4C8D-B72A-28DE6103E0BA}" type="parTrans" cxnId="{85ACA0A2-4454-43E6-97E1-FA2C5A99FAEC}">
      <dgm:prSet/>
      <dgm:spPr/>
      <dgm:t>
        <a:bodyPr/>
        <a:lstStyle/>
        <a:p>
          <a:endParaRPr lang="en-US"/>
        </a:p>
      </dgm:t>
    </dgm:pt>
    <dgm:pt modelId="{62EC37FA-4204-4B02-B516-2B0C6E8CE5CA}" type="sibTrans" cxnId="{85ACA0A2-4454-43E6-97E1-FA2C5A99FAEC}">
      <dgm:prSet/>
      <dgm:spPr/>
      <dgm:t>
        <a:bodyPr/>
        <a:lstStyle/>
        <a:p>
          <a:endParaRPr lang="en-US"/>
        </a:p>
      </dgm:t>
    </dgm:pt>
    <dgm:pt modelId="{40A910DC-FB0E-4A66-BCB9-1E2289B002BC}">
      <dgm:prSet/>
      <dgm:spPr/>
      <dgm:t>
        <a:bodyPr/>
        <a:lstStyle/>
        <a:p>
          <a:r>
            <a:rPr lang="en-US"/>
            <a:t>o Refinements made in the code to mitigate issues</a:t>
          </a:r>
        </a:p>
      </dgm:t>
    </dgm:pt>
    <dgm:pt modelId="{EB895341-3871-4BD3-A01F-CF3F3224BA4D}" type="parTrans" cxnId="{782DAC00-D611-4F75-B2F9-55BB351BF767}">
      <dgm:prSet/>
      <dgm:spPr/>
      <dgm:t>
        <a:bodyPr/>
        <a:lstStyle/>
        <a:p>
          <a:endParaRPr lang="en-US"/>
        </a:p>
      </dgm:t>
    </dgm:pt>
    <dgm:pt modelId="{3831E49F-05F4-4AFD-9F04-C138F0A01AEB}" type="sibTrans" cxnId="{782DAC00-D611-4F75-B2F9-55BB351BF767}">
      <dgm:prSet/>
      <dgm:spPr/>
      <dgm:t>
        <a:bodyPr/>
        <a:lstStyle/>
        <a:p>
          <a:endParaRPr lang="en-US"/>
        </a:p>
      </dgm:t>
    </dgm:pt>
    <dgm:pt modelId="{185EC66A-AEE8-4AFD-A44A-C1F6942B2234}">
      <dgm:prSet/>
      <dgm:spPr/>
      <dgm:t>
        <a:bodyPr/>
        <a:lstStyle/>
        <a:p>
          <a:r>
            <a:rPr lang="en-US"/>
            <a:t>o Details of regression testing</a:t>
          </a:r>
        </a:p>
      </dgm:t>
    </dgm:pt>
    <dgm:pt modelId="{F4B245F3-EC2F-4D2A-8D0B-DB617D8EC1BB}" type="parTrans" cxnId="{16E6E6E4-EBA8-479F-BE0D-E0A308178D91}">
      <dgm:prSet/>
      <dgm:spPr/>
      <dgm:t>
        <a:bodyPr/>
        <a:lstStyle/>
        <a:p>
          <a:endParaRPr lang="en-US"/>
        </a:p>
      </dgm:t>
    </dgm:pt>
    <dgm:pt modelId="{5118B290-FB6C-4943-B57A-214D74EEBB1D}" type="sibTrans" cxnId="{16E6E6E4-EBA8-479F-BE0D-E0A308178D91}">
      <dgm:prSet/>
      <dgm:spPr/>
      <dgm:t>
        <a:bodyPr/>
        <a:lstStyle/>
        <a:p>
          <a:endParaRPr lang="en-US"/>
        </a:p>
      </dgm:t>
    </dgm:pt>
    <dgm:pt modelId="{03E6CF94-20DD-4A2D-9026-06992D29EF4F}">
      <dgm:prSet/>
      <dgm:spPr/>
      <dgm:t>
        <a:bodyPr/>
        <a:lstStyle/>
        <a:p>
          <a:r>
            <a:rPr lang="en-US"/>
            <a:t>o Comparison of manual calculations against program calculations to ensure logic and outputs are correct</a:t>
          </a:r>
        </a:p>
      </dgm:t>
    </dgm:pt>
    <dgm:pt modelId="{80550E96-4D54-4042-828D-DABAF223858B}" type="parTrans" cxnId="{7D240EC5-6334-453F-98E3-04E06DC9AE5C}">
      <dgm:prSet/>
      <dgm:spPr/>
      <dgm:t>
        <a:bodyPr/>
        <a:lstStyle/>
        <a:p>
          <a:endParaRPr lang="en-US"/>
        </a:p>
      </dgm:t>
    </dgm:pt>
    <dgm:pt modelId="{A2BBC7AD-25A9-407A-A304-775A921A8EF0}" type="sibTrans" cxnId="{7D240EC5-6334-453F-98E3-04E06DC9AE5C}">
      <dgm:prSet/>
      <dgm:spPr/>
      <dgm:t>
        <a:bodyPr/>
        <a:lstStyle/>
        <a:p>
          <a:endParaRPr lang="en-US"/>
        </a:p>
      </dgm:t>
    </dgm:pt>
    <dgm:pt modelId="{5B466A50-666A-4D9A-AD00-FF1F5B51CA47}">
      <dgm:prSet/>
      <dgm:spPr/>
      <dgm:t>
        <a:bodyPr/>
        <a:lstStyle/>
        <a:p>
          <a:r>
            <a:rPr lang="en-US"/>
            <a:t>o Testing around boundaries to ensure logic of validation is correct</a:t>
          </a:r>
        </a:p>
      </dgm:t>
    </dgm:pt>
    <dgm:pt modelId="{1A7BDDAE-2984-4081-BCB1-086BEBB1E8F2}" type="parTrans" cxnId="{C883D663-CB4B-47BC-8056-286829FD3568}">
      <dgm:prSet/>
      <dgm:spPr/>
      <dgm:t>
        <a:bodyPr/>
        <a:lstStyle/>
        <a:p>
          <a:endParaRPr lang="en-US"/>
        </a:p>
      </dgm:t>
    </dgm:pt>
    <dgm:pt modelId="{B9BE4051-8E46-49EE-94E4-BF59E98F6D9B}" type="sibTrans" cxnId="{C883D663-CB4B-47BC-8056-286829FD3568}">
      <dgm:prSet/>
      <dgm:spPr/>
      <dgm:t>
        <a:bodyPr/>
        <a:lstStyle/>
        <a:p>
          <a:endParaRPr lang="en-US"/>
        </a:p>
      </dgm:t>
    </dgm:pt>
    <dgm:pt modelId="{50075977-F0C3-4A45-977A-063DA4908BA3}" type="pres">
      <dgm:prSet presAssocID="{45719208-D1FA-4143-AC32-159D03551B1F}" presName="Name0" presStyleCnt="0">
        <dgm:presLayoutVars>
          <dgm:dir/>
          <dgm:resizeHandles val="exact"/>
        </dgm:presLayoutVars>
      </dgm:prSet>
      <dgm:spPr/>
    </dgm:pt>
    <dgm:pt modelId="{559EB75B-4A59-4711-9FFF-068492B8DE60}" type="pres">
      <dgm:prSet presAssocID="{2269F097-5B42-42D9-9CC9-E23E94A52B3E}" presName="node" presStyleLbl="node1" presStyleIdx="0" presStyleCnt="9">
        <dgm:presLayoutVars>
          <dgm:bulletEnabled val="1"/>
        </dgm:presLayoutVars>
      </dgm:prSet>
      <dgm:spPr/>
    </dgm:pt>
    <dgm:pt modelId="{DAA0ACC8-E931-4151-92FE-A6291C8F0690}" type="pres">
      <dgm:prSet presAssocID="{1466CA83-D1D1-4E14-A7BA-4E46C27CC7F3}" presName="sibTrans" presStyleLbl="sibTrans1D1" presStyleIdx="0" presStyleCnt="8"/>
      <dgm:spPr/>
    </dgm:pt>
    <dgm:pt modelId="{F8CF38BE-6F84-4ED3-8081-A195A420304B}" type="pres">
      <dgm:prSet presAssocID="{1466CA83-D1D1-4E14-A7BA-4E46C27CC7F3}" presName="connectorText" presStyleLbl="sibTrans1D1" presStyleIdx="0" presStyleCnt="8"/>
      <dgm:spPr/>
    </dgm:pt>
    <dgm:pt modelId="{8F214043-2BC7-491B-B24C-F2E560E594AE}" type="pres">
      <dgm:prSet presAssocID="{6EE60938-7E9C-4320-B9C6-39E51B502DAA}" presName="node" presStyleLbl="node1" presStyleIdx="1" presStyleCnt="9">
        <dgm:presLayoutVars>
          <dgm:bulletEnabled val="1"/>
        </dgm:presLayoutVars>
      </dgm:prSet>
      <dgm:spPr/>
    </dgm:pt>
    <dgm:pt modelId="{6B482B2E-184F-49A2-A99B-BE53350E62DC}" type="pres">
      <dgm:prSet presAssocID="{1DE518DF-A836-4FF3-B816-858C4F744990}" presName="sibTrans" presStyleLbl="sibTrans1D1" presStyleIdx="1" presStyleCnt="8"/>
      <dgm:spPr/>
    </dgm:pt>
    <dgm:pt modelId="{6BCD5888-6545-467E-A875-FDF67B6B16BF}" type="pres">
      <dgm:prSet presAssocID="{1DE518DF-A836-4FF3-B816-858C4F744990}" presName="connectorText" presStyleLbl="sibTrans1D1" presStyleIdx="1" presStyleCnt="8"/>
      <dgm:spPr/>
    </dgm:pt>
    <dgm:pt modelId="{01F85879-B167-481B-A6EB-B34AC35A0CE4}" type="pres">
      <dgm:prSet presAssocID="{7ADDAD57-66AC-47E0-908F-23F26B748E24}" presName="node" presStyleLbl="node1" presStyleIdx="2" presStyleCnt="9">
        <dgm:presLayoutVars>
          <dgm:bulletEnabled val="1"/>
        </dgm:presLayoutVars>
      </dgm:prSet>
      <dgm:spPr/>
    </dgm:pt>
    <dgm:pt modelId="{97A6EDD8-45CE-4C44-9BBB-97A91384A02A}" type="pres">
      <dgm:prSet presAssocID="{AF83F50F-3BEE-4794-A04A-3ACE15B168A6}" presName="sibTrans" presStyleLbl="sibTrans1D1" presStyleIdx="2" presStyleCnt="8"/>
      <dgm:spPr/>
    </dgm:pt>
    <dgm:pt modelId="{B0C73712-5C14-4B73-BE8F-EDC63D5D0E0F}" type="pres">
      <dgm:prSet presAssocID="{AF83F50F-3BEE-4794-A04A-3ACE15B168A6}" presName="connectorText" presStyleLbl="sibTrans1D1" presStyleIdx="2" presStyleCnt="8"/>
      <dgm:spPr/>
    </dgm:pt>
    <dgm:pt modelId="{33A81659-5109-449F-BEE4-AC118C4EF052}" type="pres">
      <dgm:prSet presAssocID="{8DD7C893-D2E3-4D1C-932E-29C65BD11893}" presName="node" presStyleLbl="node1" presStyleIdx="3" presStyleCnt="9">
        <dgm:presLayoutVars>
          <dgm:bulletEnabled val="1"/>
        </dgm:presLayoutVars>
      </dgm:prSet>
      <dgm:spPr/>
    </dgm:pt>
    <dgm:pt modelId="{8F60B9F8-4B2F-444A-A619-74952BD4B6FE}" type="pres">
      <dgm:prSet presAssocID="{2A053FF7-ED26-481D-BA0B-8621CA93E0D8}" presName="sibTrans" presStyleLbl="sibTrans1D1" presStyleIdx="3" presStyleCnt="8"/>
      <dgm:spPr/>
    </dgm:pt>
    <dgm:pt modelId="{3E4E843F-015B-4890-B2F3-D24E21B74311}" type="pres">
      <dgm:prSet presAssocID="{2A053FF7-ED26-481D-BA0B-8621CA93E0D8}" presName="connectorText" presStyleLbl="sibTrans1D1" presStyleIdx="3" presStyleCnt="8"/>
      <dgm:spPr/>
    </dgm:pt>
    <dgm:pt modelId="{1F7B839D-AD4F-4E17-B79A-305717057610}" type="pres">
      <dgm:prSet presAssocID="{A2D0BB2D-4F46-4ADD-84DB-12239064A015}" presName="node" presStyleLbl="node1" presStyleIdx="4" presStyleCnt="9">
        <dgm:presLayoutVars>
          <dgm:bulletEnabled val="1"/>
        </dgm:presLayoutVars>
      </dgm:prSet>
      <dgm:spPr/>
    </dgm:pt>
    <dgm:pt modelId="{48182777-E2C9-4DCF-92D9-EAF7D3DF83AA}" type="pres">
      <dgm:prSet presAssocID="{62EC37FA-4204-4B02-B516-2B0C6E8CE5CA}" presName="sibTrans" presStyleLbl="sibTrans1D1" presStyleIdx="4" presStyleCnt="8"/>
      <dgm:spPr/>
    </dgm:pt>
    <dgm:pt modelId="{98D74A87-DF11-4967-96AC-B32B941922A2}" type="pres">
      <dgm:prSet presAssocID="{62EC37FA-4204-4B02-B516-2B0C6E8CE5CA}" presName="connectorText" presStyleLbl="sibTrans1D1" presStyleIdx="4" presStyleCnt="8"/>
      <dgm:spPr/>
    </dgm:pt>
    <dgm:pt modelId="{E5683C4E-0B6C-4C6D-A892-0C9153ADB7FE}" type="pres">
      <dgm:prSet presAssocID="{40A910DC-FB0E-4A66-BCB9-1E2289B002BC}" presName="node" presStyleLbl="node1" presStyleIdx="5" presStyleCnt="9">
        <dgm:presLayoutVars>
          <dgm:bulletEnabled val="1"/>
        </dgm:presLayoutVars>
      </dgm:prSet>
      <dgm:spPr/>
    </dgm:pt>
    <dgm:pt modelId="{128FF3E6-CC77-4C7D-8EEF-9BBD2F875E96}" type="pres">
      <dgm:prSet presAssocID="{3831E49F-05F4-4AFD-9F04-C138F0A01AEB}" presName="sibTrans" presStyleLbl="sibTrans1D1" presStyleIdx="5" presStyleCnt="8"/>
      <dgm:spPr/>
    </dgm:pt>
    <dgm:pt modelId="{4782A675-D6D8-46E9-A553-6B0276AB1EBA}" type="pres">
      <dgm:prSet presAssocID="{3831E49F-05F4-4AFD-9F04-C138F0A01AEB}" presName="connectorText" presStyleLbl="sibTrans1D1" presStyleIdx="5" presStyleCnt="8"/>
      <dgm:spPr/>
    </dgm:pt>
    <dgm:pt modelId="{65B7BDCD-0DC5-4AF4-9C6E-04809C198C58}" type="pres">
      <dgm:prSet presAssocID="{185EC66A-AEE8-4AFD-A44A-C1F6942B2234}" presName="node" presStyleLbl="node1" presStyleIdx="6" presStyleCnt="9">
        <dgm:presLayoutVars>
          <dgm:bulletEnabled val="1"/>
        </dgm:presLayoutVars>
      </dgm:prSet>
      <dgm:spPr/>
    </dgm:pt>
    <dgm:pt modelId="{78301E49-5B62-4930-88E7-BC62C35D9777}" type="pres">
      <dgm:prSet presAssocID="{5118B290-FB6C-4943-B57A-214D74EEBB1D}" presName="sibTrans" presStyleLbl="sibTrans1D1" presStyleIdx="6" presStyleCnt="8"/>
      <dgm:spPr/>
    </dgm:pt>
    <dgm:pt modelId="{9831580C-CB9A-49A0-93E6-F6F24EDFD36A}" type="pres">
      <dgm:prSet presAssocID="{5118B290-FB6C-4943-B57A-214D74EEBB1D}" presName="connectorText" presStyleLbl="sibTrans1D1" presStyleIdx="6" presStyleCnt="8"/>
      <dgm:spPr/>
    </dgm:pt>
    <dgm:pt modelId="{3E045438-11AB-4C37-A4B3-4E99C0226DA7}" type="pres">
      <dgm:prSet presAssocID="{03E6CF94-20DD-4A2D-9026-06992D29EF4F}" presName="node" presStyleLbl="node1" presStyleIdx="7" presStyleCnt="9">
        <dgm:presLayoutVars>
          <dgm:bulletEnabled val="1"/>
        </dgm:presLayoutVars>
      </dgm:prSet>
      <dgm:spPr/>
    </dgm:pt>
    <dgm:pt modelId="{D1DA96E3-68FB-4A52-8011-59625A12D433}" type="pres">
      <dgm:prSet presAssocID="{A2BBC7AD-25A9-407A-A304-775A921A8EF0}" presName="sibTrans" presStyleLbl="sibTrans1D1" presStyleIdx="7" presStyleCnt="8"/>
      <dgm:spPr/>
    </dgm:pt>
    <dgm:pt modelId="{27FF8880-9136-4246-B8F7-D8205DC3760F}" type="pres">
      <dgm:prSet presAssocID="{A2BBC7AD-25A9-407A-A304-775A921A8EF0}" presName="connectorText" presStyleLbl="sibTrans1D1" presStyleIdx="7" presStyleCnt="8"/>
      <dgm:spPr/>
    </dgm:pt>
    <dgm:pt modelId="{9A33C6F0-33F1-4B04-BAFF-7F5E02A8F587}" type="pres">
      <dgm:prSet presAssocID="{5B466A50-666A-4D9A-AD00-FF1F5B51CA47}" presName="node" presStyleLbl="node1" presStyleIdx="8" presStyleCnt="9">
        <dgm:presLayoutVars>
          <dgm:bulletEnabled val="1"/>
        </dgm:presLayoutVars>
      </dgm:prSet>
      <dgm:spPr/>
    </dgm:pt>
  </dgm:ptLst>
  <dgm:cxnLst>
    <dgm:cxn modelId="{782DAC00-D611-4F75-B2F9-55BB351BF767}" srcId="{45719208-D1FA-4143-AC32-159D03551B1F}" destId="{40A910DC-FB0E-4A66-BCB9-1E2289B002BC}" srcOrd="5" destOrd="0" parTransId="{EB895341-3871-4BD3-A01F-CF3F3224BA4D}" sibTransId="{3831E49F-05F4-4AFD-9F04-C138F0A01AEB}"/>
    <dgm:cxn modelId="{42C19306-9091-49D0-874B-20C203408496}" srcId="{45719208-D1FA-4143-AC32-159D03551B1F}" destId="{8DD7C893-D2E3-4D1C-932E-29C65BD11893}" srcOrd="3" destOrd="0" parTransId="{B00BAB77-E4B2-4F8F-B6AF-251BDE6FBEC1}" sibTransId="{2A053FF7-ED26-481D-BA0B-8621CA93E0D8}"/>
    <dgm:cxn modelId="{80B4C807-2607-43E2-8B63-3A328339D85B}" type="presOf" srcId="{45719208-D1FA-4143-AC32-159D03551B1F}" destId="{50075977-F0C3-4A45-977A-063DA4908BA3}" srcOrd="0" destOrd="0" presId="urn:microsoft.com/office/officeart/2016/7/layout/RepeatingBendingProcessNew"/>
    <dgm:cxn modelId="{C8D83E16-CEA6-49EA-B70F-77581A0355B4}" type="presOf" srcId="{5B466A50-666A-4D9A-AD00-FF1F5B51CA47}" destId="{9A33C6F0-33F1-4B04-BAFF-7F5E02A8F587}" srcOrd="0" destOrd="0" presId="urn:microsoft.com/office/officeart/2016/7/layout/RepeatingBendingProcessNew"/>
    <dgm:cxn modelId="{2548B21B-9948-4FEF-A19C-A9C93D9421BC}" type="presOf" srcId="{A2BBC7AD-25A9-407A-A304-775A921A8EF0}" destId="{D1DA96E3-68FB-4A52-8011-59625A12D433}" srcOrd="0" destOrd="0" presId="urn:microsoft.com/office/officeart/2016/7/layout/RepeatingBendingProcessNew"/>
    <dgm:cxn modelId="{C4952322-5F97-4071-B781-85F1B6037824}" type="presOf" srcId="{62EC37FA-4204-4B02-B516-2B0C6E8CE5CA}" destId="{98D74A87-DF11-4967-96AC-B32B941922A2}" srcOrd="1" destOrd="0" presId="urn:microsoft.com/office/officeart/2016/7/layout/RepeatingBendingProcessNew"/>
    <dgm:cxn modelId="{B5DDDC2A-DDCF-4871-9798-BC64AABBE4E7}" type="presOf" srcId="{2269F097-5B42-42D9-9CC9-E23E94A52B3E}" destId="{559EB75B-4A59-4711-9FFF-068492B8DE60}" srcOrd="0" destOrd="0" presId="urn:microsoft.com/office/officeart/2016/7/layout/RepeatingBendingProcessNew"/>
    <dgm:cxn modelId="{4386E12E-836F-4863-A898-EBDEDC646285}" type="presOf" srcId="{AF83F50F-3BEE-4794-A04A-3ACE15B168A6}" destId="{B0C73712-5C14-4B73-BE8F-EDC63D5D0E0F}" srcOrd="1" destOrd="0" presId="urn:microsoft.com/office/officeart/2016/7/layout/RepeatingBendingProcessNew"/>
    <dgm:cxn modelId="{F9B67330-3510-481D-A02F-364DB291624A}" type="presOf" srcId="{1DE518DF-A836-4FF3-B816-858C4F744990}" destId="{6B482B2E-184F-49A2-A99B-BE53350E62DC}" srcOrd="0" destOrd="0" presId="urn:microsoft.com/office/officeart/2016/7/layout/RepeatingBendingProcessNew"/>
    <dgm:cxn modelId="{DF640F3B-2238-4910-B75E-36012B12C7BB}" srcId="{45719208-D1FA-4143-AC32-159D03551B1F}" destId="{2269F097-5B42-42D9-9CC9-E23E94A52B3E}" srcOrd="0" destOrd="0" parTransId="{F60B732F-E0C8-45BC-A962-79E840DEB6CB}" sibTransId="{1466CA83-D1D1-4E14-A7BA-4E46C27CC7F3}"/>
    <dgm:cxn modelId="{EB6B0B3C-8B9E-4573-9C7C-C997CBC3362D}" type="presOf" srcId="{5118B290-FB6C-4943-B57A-214D74EEBB1D}" destId="{78301E49-5B62-4930-88E7-BC62C35D9777}" srcOrd="0" destOrd="0" presId="urn:microsoft.com/office/officeart/2016/7/layout/RepeatingBendingProcessNew"/>
    <dgm:cxn modelId="{E33E5C40-F957-4B51-9304-1E78F712B459}" type="presOf" srcId="{185EC66A-AEE8-4AFD-A44A-C1F6942B2234}" destId="{65B7BDCD-0DC5-4AF4-9C6E-04809C198C58}" srcOrd="0" destOrd="0" presId="urn:microsoft.com/office/officeart/2016/7/layout/RepeatingBendingProcessNew"/>
    <dgm:cxn modelId="{03566560-6EAB-4958-98D5-802AE8CF462D}" type="presOf" srcId="{8DD7C893-D2E3-4D1C-932E-29C65BD11893}" destId="{33A81659-5109-449F-BEE4-AC118C4EF052}" srcOrd="0" destOrd="0" presId="urn:microsoft.com/office/officeart/2016/7/layout/RepeatingBendingProcessNew"/>
    <dgm:cxn modelId="{E7548E61-8B7C-4A83-94FE-3FCECBE0276B}" type="presOf" srcId="{3831E49F-05F4-4AFD-9F04-C138F0A01AEB}" destId="{4782A675-D6D8-46E9-A553-6B0276AB1EBA}" srcOrd="1" destOrd="0" presId="urn:microsoft.com/office/officeart/2016/7/layout/RepeatingBendingProcessNew"/>
    <dgm:cxn modelId="{C883D663-CB4B-47BC-8056-286829FD3568}" srcId="{45719208-D1FA-4143-AC32-159D03551B1F}" destId="{5B466A50-666A-4D9A-AD00-FF1F5B51CA47}" srcOrd="8" destOrd="0" parTransId="{1A7BDDAE-2984-4081-BCB1-086BEBB1E8F2}" sibTransId="{B9BE4051-8E46-49EE-94E4-BF59E98F6D9B}"/>
    <dgm:cxn modelId="{20B9CA47-A529-49AC-922C-2DDA659EBFB1}" type="presOf" srcId="{7ADDAD57-66AC-47E0-908F-23F26B748E24}" destId="{01F85879-B167-481B-A6EB-B34AC35A0CE4}" srcOrd="0" destOrd="0" presId="urn:microsoft.com/office/officeart/2016/7/layout/RepeatingBendingProcessNew"/>
    <dgm:cxn modelId="{FB6CAE50-3795-4E0D-886A-331C883B4D11}" type="presOf" srcId="{A2D0BB2D-4F46-4ADD-84DB-12239064A015}" destId="{1F7B839D-AD4F-4E17-B79A-305717057610}" srcOrd="0" destOrd="0" presId="urn:microsoft.com/office/officeart/2016/7/layout/RepeatingBendingProcessNew"/>
    <dgm:cxn modelId="{8A5E7857-A950-4D59-8881-5140A5055F74}" type="presOf" srcId="{A2BBC7AD-25A9-407A-A304-775A921A8EF0}" destId="{27FF8880-9136-4246-B8F7-D8205DC3760F}" srcOrd="1" destOrd="0" presId="urn:microsoft.com/office/officeart/2016/7/layout/RepeatingBendingProcessNew"/>
    <dgm:cxn modelId="{35E6DF94-EA80-4EF5-9C12-1E83316F1DCA}" srcId="{45719208-D1FA-4143-AC32-159D03551B1F}" destId="{6EE60938-7E9C-4320-B9C6-39E51B502DAA}" srcOrd="1" destOrd="0" parTransId="{7EF5B819-7352-4B26-81BD-7C1002D656A5}" sibTransId="{1DE518DF-A836-4FF3-B816-858C4F744990}"/>
    <dgm:cxn modelId="{0C8B2F95-25E7-4A26-B67C-FF42AC60E08F}" type="presOf" srcId="{5118B290-FB6C-4943-B57A-214D74EEBB1D}" destId="{9831580C-CB9A-49A0-93E6-F6F24EDFD36A}" srcOrd="1" destOrd="0" presId="urn:microsoft.com/office/officeart/2016/7/layout/RepeatingBendingProcessNew"/>
    <dgm:cxn modelId="{18B78498-F3A0-4361-AB0F-89D265007674}" type="presOf" srcId="{2A053FF7-ED26-481D-BA0B-8621CA93E0D8}" destId="{3E4E843F-015B-4890-B2F3-D24E21B74311}" srcOrd="1" destOrd="0" presId="urn:microsoft.com/office/officeart/2016/7/layout/RepeatingBendingProcessNew"/>
    <dgm:cxn modelId="{85ACA0A2-4454-43E6-97E1-FA2C5A99FAEC}" srcId="{45719208-D1FA-4143-AC32-159D03551B1F}" destId="{A2D0BB2D-4F46-4ADD-84DB-12239064A015}" srcOrd="4" destOrd="0" parTransId="{D7DAE6F6-5259-4C8D-B72A-28DE6103E0BA}" sibTransId="{62EC37FA-4204-4B02-B516-2B0C6E8CE5CA}"/>
    <dgm:cxn modelId="{6D62B1B4-00FE-4886-B725-45292ACE4107}" srcId="{45719208-D1FA-4143-AC32-159D03551B1F}" destId="{7ADDAD57-66AC-47E0-908F-23F26B748E24}" srcOrd="2" destOrd="0" parTransId="{3EB8DBC0-5FCD-4420-B857-94D0716E9444}" sibTransId="{AF83F50F-3BEE-4794-A04A-3ACE15B168A6}"/>
    <dgm:cxn modelId="{BCAC88C0-DBDF-4B67-968A-1C29EE0B4FD8}" type="presOf" srcId="{6EE60938-7E9C-4320-B9C6-39E51B502DAA}" destId="{8F214043-2BC7-491B-B24C-F2E560E594AE}" srcOrd="0" destOrd="0" presId="urn:microsoft.com/office/officeart/2016/7/layout/RepeatingBendingProcessNew"/>
    <dgm:cxn modelId="{31B091C3-DD1E-4D76-9ACB-674C08F127BE}" type="presOf" srcId="{3831E49F-05F4-4AFD-9F04-C138F0A01AEB}" destId="{128FF3E6-CC77-4C7D-8EEF-9BBD2F875E96}" srcOrd="0" destOrd="0" presId="urn:microsoft.com/office/officeart/2016/7/layout/RepeatingBendingProcessNew"/>
    <dgm:cxn modelId="{5ADEEDC3-E2A9-422D-B707-44825569C5CA}" type="presOf" srcId="{1466CA83-D1D1-4E14-A7BA-4E46C27CC7F3}" destId="{F8CF38BE-6F84-4ED3-8081-A195A420304B}" srcOrd="1" destOrd="0" presId="urn:microsoft.com/office/officeart/2016/7/layout/RepeatingBendingProcessNew"/>
    <dgm:cxn modelId="{7D240EC5-6334-453F-98E3-04E06DC9AE5C}" srcId="{45719208-D1FA-4143-AC32-159D03551B1F}" destId="{03E6CF94-20DD-4A2D-9026-06992D29EF4F}" srcOrd="7" destOrd="0" parTransId="{80550E96-4D54-4042-828D-DABAF223858B}" sibTransId="{A2BBC7AD-25A9-407A-A304-775A921A8EF0}"/>
    <dgm:cxn modelId="{A8462BC7-6311-4E75-ADA2-90B682677303}" type="presOf" srcId="{1466CA83-D1D1-4E14-A7BA-4E46C27CC7F3}" destId="{DAA0ACC8-E931-4151-92FE-A6291C8F0690}" srcOrd="0" destOrd="0" presId="urn:microsoft.com/office/officeart/2016/7/layout/RepeatingBendingProcessNew"/>
    <dgm:cxn modelId="{0C6D58C9-1049-4D6A-BEDE-580180F2AC7A}" type="presOf" srcId="{1DE518DF-A836-4FF3-B816-858C4F744990}" destId="{6BCD5888-6545-467E-A875-FDF67B6B16BF}" srcOrd="1" destOrd="0" presId="urn:microsoft.com/office/officeart/2016/7/layout/RepeatingBendingProcessNew"/>
    <dgm:cxn modelId="{082CB2CD-FD27-40C7-B470-1404AFBCA597}" type="presOf" srcId="{2A053FF7-ED26-481D-BA0B-8621CA93E0D8}" destId="{8F60B9F8-4B2F-444A-A619-74952BD4B6FE}" srcOrd="0" destOrd="0" presId="urn:microsoft.com/office/officeart/2016/7/layout/RepeatingBendingProcessNew"/>
    <dgm:cxn modelId="{21EA55CE-A532-4EE5-AA4B-1B2F0FD1C88F}" type="presOf" srcId="{03E6CF94-20DD-4A2D-9026-06992D29EF4F}" destId="{3E045438-11AB-4C37-A4B3-4E99C0226DA7}" srcOrd="0" destOrd="0" presId="urn:microsoft.com/office/officeart/2016/7/layout/RepeatingBendingProcessNew"/>
    <dgm:cxn modelId="{118B1BD4-2C02-43F8-8F8C-EED1910EB458}" type="presOf" srcId="{AF83F50F-3BEE-4794-A04A-3ACE15B168A6}" destId="{97A6EDD8-45CE-4C44-9BBB-97A91384A02A}" srcOrd="0" destOrd="0" presId="urn:microsoft.com/office/officeart/2016/7/layout/RepeatingBendingProcessNew"/>
    <dgm:cxn modelId="{16E6E6E4-EBA8-479F-BE0D-E0A308178D91}" srcId="{45719208-D1FA-4143-AC32-159D03551B1F}" destId="{185EC66A-AEE8-4AFD-A44A-C1F6942B2234}" srcOrd="6" destOrd="0" parTransId="{F4B245F3-EC2F-4D2A-8D0B-DB617D8EC1BB}" sibTransId="{5118B290-FB6C-4943-B57A-214D74EEBB1D}"/>
    <dgm:cxn modelId="{924F4EE9-85AE-40FE-9B63-47ED0508CEC7}" type="presOf" srcId="{40A910DC-FB0E-4A66-BCB9-1E2289B002BC}" destId="{E5683C4E-0B6C-4C6D-A892-0C9153ADB7FE}" srcOrd="0" destOrd="0" presId="urn:microsoft.com/office/officeart/2016/7/layout/RepeatingBendingProcessNew"/>
    <dgm:cxn modelId="{99542FEC-0144-4A32-95C1-BC492625ABC3}" type="presOf" srcId="{62EC37FA-4204-4B02-B516-2B0C6E8CE5CA}" destId="{48182777-E2C9-4DCF-92D9-EAF7D3DF83AA}" srcOrd="0" destOrd="0" presId="urn:microsoft.com/office/officeart/2016/7/layout/RepeatingBendingProcessNew"/>
    <dgm:cxn modelId="{3136122C-4403-428F-9669-B77D84746E49}" type="presParOf" srcId="{50075977-F0C3-4A45-977A-063DA4908BA3}" destId="{559EB75B-4A59-4711-9FFF-068492B8DE60}" srcOrd="0" destOrd="0" presId="urn:microsoft.com/office/officeart/2016/7/layout/RepeatingBendingProcessNew"/>
    <dgm:cxn modelId="{C70951D0-4E7C-41B4-8DD5-C1A54660C5C8}" type="presParOf" srcId="{50075977-F0C3-4A45-977A-063DA4908BA3}" destId="{DAA0ACC8-E931-4151-92FE-A6291C8F0690}" srcOrd="1" destOrd="0" presId="urn:microsoft.com/office/officeart/2016/7/layout/RepeatingBendingProcessNew"/>
    <dgm:cxn modelId="{2C4BF07C-0051-4A30-A37D-E43EFEEE04D2}" type="presParOf" srcId="{DAA0ACC8-E931-4151-92FE-A6291C8F0690}" destId="{F8CF38BE-6F84-4ED3-8081-A195A420304B}" srcOrd="0" destOrd="0" presId="urn:microsoft.com/office/officeart/2016/7/layout/RepeatingBendingProcessNew"/>
    <dgm:cxn modelId="{8D226217-F517-4564-9B85-192D48994777}" type="presParOf" srcId="{50075977-F0C3-4A45-977A-063DA4908BA3}" destId="{8F214043-2BC7-491B-B24C-F2E560E594AE}" srcOrd="2" destOrd="0" presId="urn:microsoft.com/office/officeart/2016/7/layout/RepeatingBendingProcessNew"/>
    <dgm:cxn modelId="{7949D76C-A485-4BA2-9FD2-2C8273546E70}" type="presParOf" srcId="{50075977-F0C3-4A45-977A-063DA4908BA3}" destId="{6B482B2E-184F-49A2-A99B-BE53350E62DC}" srcOrd="3" destOrd="0" presId="urn:microsoft.com/office/officeart/2016/7/layout/RepeatingBendingProcessNew"/>
    <dgm:cxn modelId="{41ABD127-AC00-4E68-8CD7-07BA9BDBE223}" type="presParOf" srcId="{6B482B2E-184F-49A2-A99B-BE53350E62DC}" destId="{6BCD5888-6545-467E-A875-FDF67B6B16BF}" srcOrd="0" destOrd="0" presId="urn:microsoft.com/office/officeart/2016/7/layout/RepeatingBendingProcessNew"/>
    <dgm:cxn modelId="{31D0D779-0A1F-41EC-86A3-40A16AA2DB95}" type="presParOf" srcId="{50075977-F0C3-4A45-977A-063DA4908BA3}" destId="{01F85879-B167-481B-A6EB-B34AC35A0CE4}" srcOrd="4" destOrd="0" presId="urn:microsoft.com/office/officeart/2016/7/layout/RepeatingBendingProcessNew"/>
    <dgm:cxn modelId="{FCE696C9-5D3B-499F-B39D-8D8E1567519A}" type="presParOf" srcId="{50075977-F0C3-4A45-977A-063DA4908BA3}" destId="{97A6EDD8-45CE-4C44-9BBB-97A91384A02A}" srcOrd="5" destOrd="0" presId="urn:microsoft.com/office/officeart/2016/7/layout/RepeatingBendingProcessNew"/>
    <dgm:cxn modelId="{F4843863-5185-46DC-BE93-4EFC6FF7DDF2}" type="presParOf" srcId="{97A6EDD8-45CE-4C44-9BBB-97A91384A02A}" destId="{B0C73712-5C14-4B73-BE8F-EDC63D5D0E0F}" srcOrd="0" destOrd="0" presId="urn:microsoft.com/office/officeart/2016/7/layout/RepeatingBendingProcessNew"/>
    <dgm:cxn modelId="{CAEC5345-CE84-493A-8484-33E9AC9509B1}" type="presParOf" srcId="{50075977-F0C3-4A45-977A-063DA4908BA3}" destId="{33A81659-5109-449F-BEE4-AC118C4EF052}" srcOrd="6" destOrd="0" presId="urn:microsoft.com/office/officeart/2016/7/layout/RepeatingBendingProcessNew"/>
    <dgm:cxn modelId="{3B9A52C8-28DC-489C-AFF5-94C336ABA857}" type="presParOf" srcId="{50075977-F0C3-4A45-977A-063DA4908BA3}" destId="{8F60B9F8-4B2F-444A-A619-74952BD4B6FE}" srcOrd="7" destOrd="0" presId="urn:microsoft.com/office/officeart/2016/7/layout/RepeatingBendingProcessNew"/>
    <dgm:cxn modelId="{A3343CFF-A0B0-41A7-8B3A-30D974BD1782}" type="presParOf" srcId="{8F60B9F8-4B2F-444A-A619-74952BD4B6FE}" destId="{3E4E843F-015B-4890-B2F3-D24E21B74311}" srcOrd="0" destOrd="0" presId="urn:microsoft.com/office/officeart/2016/7/layout/RepeatingBendingProcessNew"/>
    <dgm:cxn modelId="{DC4D9F36-9B88-4DD4-99B1-C1AFA5F3DE76}" type="presParOf" srcId="{50075977-F0C3-4A45-977A-063DA4908BA3}" destId="{1F7B839D-AD4F-4E17-B79A-305717057610}" srcOrd="8" destOrd="0" presId="urn:microsoft.com/office/officeart/2016/7/layout/RepeatingBendingProcessNew"/>
    <dgm:cxn modelId="{BF7A06CE-453C-408A-B3F7-B51799FC079F}" type="presParOf" srcId="{50075977-F0C3-4A45-977A-063DA4908BA3}" destId="{48182777-E2C9-4DCF-92D9-EAF7D3DF83AA}" srcOrd="9" destOrd="0" presId="urn:microsoft.com/office/officeart/2016/7/layout/RepeatingBendingProcessNew"/>
    <dgm:cxn modelId="{36D2A94F-59FE-44E4-8F07-A471D47BC56B}" type="presParOf" srcId="{48182777-E2C9-4DCF-92D9-EAF7D3DF83AA}" destId="{98D74A87-DF11-4967-96AC-B32B941922A2}" srcOrd="0" destOrd="0" presId="urn:microsoft.com/office/officeart/2016/7/layout/RepeatingBendingProcessNew"/>
    <dgm:cxn modelId="{3785697D-FB29-4BCD-9711-08B61F296E77}" type="presParOf" srcId="{50075977-F0C3-4A45-977A-063DA4908BA3}" destId="{E5683C4E-0B6C-4C6D-A892-0C9153ADB7FE}" srcOrd="10" destOrd="0" presId="urn:microsoft.com/office/officeart/2016/7/layout/RepeatingBendingProcessNew"/>
    <dgm:cxn modelId="{54ADE48F-C34A-411E-A900-DDFA83816C01}" type="presParOf" srcId="{50075977-F0C3-4A45-977A-063DA4908BA3}" destId="{128FF3E6-CC77-4C7D-8EEF-9BBD2F875E96}" srcOrd="11" destOrd="0" presId="urn:microsoft.com/office/officeart/2016/7/layout/RepeatingBendingProcessNew"/>
    <dgm:cxn modelId="{DB199354-442D-426A-8B85-533A57ABB7EC}" type="presParOf" srcId="{128FF3E6-CC77-4C7D-8EEF-9BBD2F875E96}" destId="{4782A675-D6D8-46E9-A553-6B0276AB1EBA}" srcOrd="0" destOrd="0" presId="urn:microsoft.com/office/officeart/2016/7/layout/RepeatingBendingProcessNew"/>
    <dgm:cxn modelId="{ADFE0A2F-B64A-4F47-95FC-ECEF405396A0}" type="presParOf" srcId="{50075977-F0C3-4A45-977A-063DA4908BA3}" destId="{65B7BDCD-0DC5-4AF4-9C6E-04809C198C58}" srcOrd="12" destOrd="0" presId="urn:microsoft.com/office/officeart/2016/7/layout/RepeatingBendingProcessNew"/>
    <dgm:cxn modelId="{909ED58A-6B2B-42F1-9724-1D0FB1B3DEB2}" type="presParOf" srcId="{50075977-F0C3-4A45-977A-063DA4908BA3}" destId="{78301E49-5B62-4930-88E7-BC62C35D9777}" srcOrd="13" destOrd="0" presId="urn:microsoft.com/office/officeart/2016/7/layout/RepeatingBendingProcessNew"/>
    <dgm:cxn modelId="{EF90152F-CA05-4237-9B5D-14175292E8BE}" type="presParOf" srcId="{78301E49-5B62-4930-88E7-BC62C35D9777}" destId="{9831580C-CB9A-49A0-93E6-F6F24EDFD36A}" srcOrd="0" destOrd="0" presId="urn:microsoft.com/office/officeart/2016/7/layout/RepeatingBendingProcessNew"/>
    <dgm:cxn modelId="{54FA5E7D-B43B-415D-906D-A97EF263AAFA}" type="presParOf" srcId="{50075977-F0C3-4A45-977A-063DA4908BA3}" destId="{3E045438-11AB-4C37-A4B3-4E99C0226DA7}" srcOrd="14" destOrd="0" presId="urn:microsoft.com/office/officeart/2016/7/layout/RepeatingBendingProcessNew"/>
    <dgm:cxn modelId="{F04D39C5-AA70-42C6-8008-C3D7C1C765E9}" type="presParOf" srcId="{50075977-F0C3-4A45-977A-063DA4908BA3}" destId="{D1DA96E3-68FB-4A52-8011-59625A12D433}" srcOrd="15" destOrd="0" presId="urn:microsoft.com/office/officeart/2016/7/layout/RepeatingBendingProcessNew"/>
    <dgm:cxn modelId="{2E22D88F-7642-4D81-8B11-72B52A879FA3}" type="presParOf" srcId="{D1DA96E3-68FB-4A52-8011-59625A12D433}" destId="{27FF8880-9136-4246-B8F7-D8205DC3760F}" srcOrd="0" destOrd="0" presId="urn:microsoft.com/office/officeart/2016/7/layout/RepeatingBendingProcessNew"/>
    <dgm:cxn modelId="{416FE7D1-2E16-43D4-A939-D1779F80F092}" type="presParOf" srcId="{50075977-F0C3-4A45-977A-063DA4908BA3}" destId="{9A33C6F0-33F1-4B04-BAFF-7F5E02A8F587}" srcOrd="16"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5CA78F7-D3B1-4F9A-95EB-C519955A3702}"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306007C6-6E61-4376-A521-1EB591C1F8A5}">
      <dgm:prSet/>
      <dgm:spPr/>
      <dgm:t>
        <a:bodyPr/>
        <a:lstStyle/>
        <a:p>
          <a:r>
            <a:rPr lang="en-US" dirty="0"/>
            <a:t>The Student should provide information regarding the development process they followed it may include:</a:t>
          </a:r>
        </a:p>
      </dgm:t>
    </dgm:pt>
    <dgm:pt modelId="{8F536B63-8040-47B5-A474-55D83EFD8A06}" type="parTrans" cxnId="{39E0B8AE-DBCC-4BA6-8BE4-7022A88A09DE}">
      <dgm:prSet/>
      <dgm:spPr/>
      <dgm:t>
        <a:bodyPr/>
        <a:lstStyle/>
        <a:p>
          <a:endParaRPr lang="en-US"/>
        </a:p>
      </dgm:t>
    </dgm:pt>
    <dgm:pt modelId="{234A731E-84FB-4AD4-93D5-D5BDD52CEDB0}" type="sibTrans" cxnId="{39E0B8AE-DBCC-4BA6-8BE4-7022A88A09DE}">
      <dgm:prSet/>
      <dgm:spPr/>
      <dgm:t>
        <a:bodyPr/>
        <a:lstStyle/>
        <a:p>
          <a:endParaRPr lang="en-US"/>
        </a:p>
      </dgm:t>
    </dgm:pt>
    <dgm:pt modelId="{8D581A6F-E3A0-4A56-B472-4DBFB4B33624}">
      <dgm:prSet/>
      <dgm:spPr/>
      <dgm:t>
        <a:bodyPr/>
        <a:lstStyle/>
        <a:p>
          <a:r>
            <a:rPr lang="en-US" dirty="0"/>
            <a:t>o a commentary on the changes they have made, and features included in the solution</a:t>
          </a:r>
        </a:p>
      </dgm:t>
    </dgm:pt>
    <dgm:pt modelId="{F80A0222-EA6A-4C88-BDF2-EBA9C1518AF6}" type="parTrans" cxnId="{AF0BC6CB-99B4-4108-9BA8-3555D629EB8B}">
      <dgm:prSet/>
      <dgm:spPr/>
      <dgm:t>
        <a:bodyPr/>
        <a:lstStyle/>
        <a:p>
          <a:endParaRPr lang="en-US"/>
        </a:p>
      </dgm:t>
    </dgm:pt>
    <dgm:pt modelId="{2C39EE78-D9C8-4C5A-BF5F-A16A94C74178}" type="sibTrans" cxnId="{AF0BC6CB-99B4-4108-9BA8-3555D629EB8B}">
      <dgm:prSet/>
      <dgm:spPr/>
      <dgm:t>
        <a:bodyPr/>
        <a:lstStyle/>
        <a:p>
          <a:endParaRPr lang="en-US"/>
        </a:p>
      </dgm:t>
    </dgm:pt>
    <dgm:pt modelId="{1676B827-15E1-45EE-812F-E1692D8C0550}">
      <dgm:prSet/>
      <dgm:spPr/>
      <dgm:t>
        <a:bodyPr/>
        <a:lstStyle/>
        <a:p>
          <a:r>
            <a:rPr lang="en-US" dirty="0"/>
            <a:t>o a </a:t>
          </a:r>
          <a:r>
            <a:rPr lang="en-US" b="1" dirty="0"/>
            <a:t>change log</a:t>
          </a:r>
          <a:r>
            <a:rPr lang="en-US" dirty="0"/>
            <a:t> detailing significant changes at each stage of development</a:t>
          </a:r>
        </a:p>
      </dgm:t>
    </dgm:pt>
    <dgm:pt modelId="{DBDEA025-EAB2-46C7-9A9D-C5F7DFF556D3}" type="parTrans" cxnId="{D896B5BD-97DA-48EC-AACC-BFB0928D33C0}">
      <dgm:prSet/>
      <dgm:spPr/>
      <dgm:t>
        <a:bodyPr/>
        <a:lstStyle/>
        <a:p>
          <a:endParaRPr lang="en-US"/>
        </a:p>
      </dgm:t>
    </dgm:pt>
    <dgm:pt modelId="{5ABDCE20-6096-403D-96DC-5396AAC11891}" type="sibTrans" cxnId="{D896B5BD-97DA-48EC-AACC-BFB0928D33C0}">
      <dgm:prSet/>
      <dgm:spPr/>
      <dgm:t>
        <a:bodyPr/>
        <a:lstStyle/>
        <a:p>
          <a:endParaRPr lang="en-US"/>
        </a:p>
      </dgm:t>
    </dgm:pt>
    <dgm:pt modelId="{8A9910E2-7990-40FB-97F8-6F6097F8515D}">
      <dgm:prSet/>
      <dgm:spPr/>
      <dgm:t>
        <a:bodyPr/>
        <a:lstStyle/>
        <a:p>
          <a:r>
            <a:rPr lang="en-US" dirty="0"/>
            <a:t>o information relating to how testing outcomes impacted on changes </a:t>
          </a:r>
          <a:r>
            <a:rPr lang="en-US" dirty="0">
              <a:latin typeface="Calibri Light" panose="020F0302020204030204"/>
            </a:rPr>
            <a:t>made</a:t>
          </a:r>
          <a:endParaRPr lang="en-US" dirty="0"/>
        </a:p>
      </dgm:t>
    </dgm:pt>
    <dgm:pt modelId="{DA0F0538-0D4D-46E9-8EFD-EEC847DE4C1F}" type="parTrans" cxnId="{6CEB3BE6-6BCB-41D3-9A84-007005B81A7E}">
      <dgm:prSet/>
      <dgm:spPr/>
      <dgm:t>
        <a:bodyPr/>
        <a:lstStyle/>
        <a:p>
          <a:endParaRPr lang="en-US"/>
        </a:p>
      </dgm:t>
    </dgm:pt>
    <dgm:pt modelId="{5BA2FC93-CC07-4DA0-8847-AA64883A4C73}" type="sibTrans" cxnId="{6CEB3BE6-6BCB-41D3-9A84-007005B81A7E}">
      <dgm:prSet/>
      <dgm:spPr/>
      <dgm:t>
        <a:bodyPr/>
        <a:lstStyle/>
        <a:p>
          <a:endParaRPr lang="en-US"/>
        </a:p>
      </dgm:t>
    </dgm:pt>
    <dgm:pt modelId="{22698563-F97B-4E6B-A573-2D7A5DF595D3}" type="pres">
      <dgm:prSet presAssocID="{85CA78F7-D3B1-4F9A-95EB-C519955A3702}" presName="vert0" presStyleCnt="0">
        <dgm:presLayoutVars>
          <dgm:dir/>
          <dgm:animOne val="branch"/>
          <dgm:animLvl val="lvl"/>
        </dgm:presLayoutVars>
      </dgm:prSet>
      <dgm:spPr/>
    </dgm:pt>
    <dgm:pt modelId="{A2574CCF-B565-4A85-8DC0-F7445425B14D}" type="pres">
      <dgm:prSet presAssocID="{306007C6-6E61-4376-A521-1EB591C1F8A5}" presName="thickLine" presStyleLbl="alignNode1" presStyleIdx="0" presStyleCnt="4"/>
      <dgm:spPr/>
    </dgm:pt>
    <dgm:pt modelId="{77691255-2CF5-467C-9B48-3E84F70BCB16}" type="pres">
      <dgm:prSet presAssocID="{306007C6-6E61-4376-A521-1EB591C1F8A5}" presName="horz1" presStyleCnt="0"/>
      <dgm:spPr/>
    </dgm:pt>
    <dgm:pt modelId="{D9781A87-1CDC-4244-A5DF-CC3D5EDA688E}" type="pres">
      <dgm:prSet presAssocID="{306007C6-6E61-4376-A521-1EB591C1F8A5}" presName="tx1" presStyleLbl="revTx" presStyleIdx="0" presStyleCnt="4"/>
      <dgm:spPr/>
    </dgm:pt>
    <dgm:pt modelId="{36348191-7BE8-4FA1-A64D-8FBB23B55C9A}" type="pres">
      <dgm:prSet presAssocID="{306007C6-6E61-4376-A521-1EB591C1F8A5}" presName="vert1" presStyleCnt="0"/>
      <dgm:spPr/>
    </dgm:pt>
    <dgm:pt modelId="{66F25B19-8D49-4FEB-B393-48EE8D5CC7A8}" type="pres">
      <dgm:prSet presAssocID="{8D581A6F-E3A0-4A56-B472-4DBFB4B33624}" presName="thickLine" presStyleLbl="alignNode1" presStyleIdx="1" presStyleCnt="4"/>
      <dgm:spPr/>
    </dgm:pt>
    <dgm:pt modelId="{C2111B88-AD72-4D0E-A9D0-3C34297DCB2B}" type="pres">
      <dgm:prSet presAssocID="{8D581A6F-E3A0-4A56-B472-4DBFB4B33624}" presName="horz1" presStyleCnt="0"/>
      <dgm:spPr/>
    </dgm:pt>
    <dgm:pt modelId="{EC4AAF37-D32C-4215-AFEC-BD06698490AE}" type="pres">
      <dgm:prSet presAssocID="{8D581A6F-E3A0-4A56-B472-4DBFB4B33624}" presName="tx1" presStyleLbl="revTx" presStyleIdx="1" presStyleCnt="4"/>
      <dgm:spPr/>
    </dgm:pt>
    <dgm:pt modelId="{B7C3182C-0847-4479-A226-1A439C10214B}" type="pres">
      <dgm:prSet presAssocID="{8D581A6F-E3A0-4A56-B472-4DBFB4B33624}" presName="vert1" presStyleCnt="0"/>
      <dgm:spPr/>
    </dgm:pt>
    <dgm:pt modelId="{F52B7415-2E90-4ABB-B75A-4B67EEA8D43C}" type="pres">
      <dgm:prSet presAssocID="{1676B827-15E1-45EE-812F-E1692D8C0550}" presName="thickLine" presStyleLbl="alignNode1" presStyleIdx="2" presStyleCnt="4"/>
      <dgm:spPr/>
    </dgm:pt>
    <dgm:pt modelId="{E2BF9889-C23C-416B-8995-BE241BDF063E}" type="pres">
      <dgm:prSet presAssocID="{1676B827-15E1-45EE-812F-E1692D8C0550}" presName="horz1" presStyleCnt="0"/>
      <dgm:spPr/>
    </dgm:pt>
    <dgm:pt modelId="{38250D4B-82FD-48A9-939D-D77966096384}" type="pres">
      <dgm:prSet presAssocID="{1676B827-15E1-45EE-812F-E1692D8C0550}" presName="tx1" presStyleLbl="revTx" presStyleIdx="2" presStyleCnt="4"/>
      <dgm:spPr/>
    </dgm:pt>
    <dgm:pt modelId="{F1F4F81D-460B-4124-9522-55EB1D0DDD6B}" type="pres">
      <dgm:prSet presAssocID="{1676B827-15E1-45EE-812F-E1692D8C0550}" presName="vert1" presStyleCnt="0"/>
      <dgm:spPr/>
    </dgm:pt>
    <dgm:pt modelId="{B688C0CE-761A-4529-9FFA-B3DEFE70271B}" type="pres">
      <dgm:prSet presAssocID="{8A9910E2-7990-40FB-97F8-6F6097F8515D}" presName="thickLine" presStyleLbl="alignNode1" presStyleIdx="3" presStyleCnt="4"/>
      <dgm:spPr/>
    </dgm:pt>
    <dgm:pt modelId="{8A53903F-CCFB-4C11-AFA2-C7FA2E3C6548}" type="pres">
      <dgm:prSet presAssocID="{8A9910E2-7990-40FB-97F8-6F6097F8515D}" presName="horz1" presStyleCnt="0"/>
      <dgm:spPr/>
    </dgm:pt>
    <dgm:pt modelId="{0A1B44A6-06A5-4963-9ECB-034FEDEEDD69}" type="pres">
      <dgm:prSet presAssocID="{8A9910E2-7990-40FB-97F8-6F6097F8515D}" presName="tx1" presStyleLbl="revTx" presStyleIdx="3" presStyleCnt="4"/>
      <dgm:spPr/>
    </dgm:pt>
    <dgm:pt modelId="{535DBB98-A3BF-4F52-B705-EE5A096E0751}" type="pres">
      <dgm:prSet presAssocID="{8A9910E2-7990-40FB-97F8-6F6097F8515D}" presName="vert1" presStyleCnt="0"/>
      <dgm:spPr/>
    </dgm:pt>
  </dgm:ptLst>
  <dgm:cxnLst>
    <dgm:cxn modelId="{FB16081C-192E-422E-AA1B-BA1D11E685C6}" type="presOf" srcId="{306007C6-6E61-4376-A521-1EB591C1F8A5}" destId="{D9781A87-1CDC-4244-A5DF-CC3D5EDA688E}" srcOrd="0" destOrd="0" presId="urn:microsoft.com/office/officeart/2008/layout/LinedList"/>
    <dgm:cxn modelId="{F422A83A-7863-43B4-B11E-0F83CB0A589B}" type="presOf" srcId="{8A9910E2-7990-40FB-97F8-6F6097F8515D}" destId="{0A1B44A6-06A5-4963-9ECB-034FEDEEDD69}" srcOrd="0" destOrd="0" presId="urn:microsoft.com/office/officeart/2008/layout/LinedList"/>
    <dgm:cxn modelId="{AE6F253E-B54A-46D1-98A7-8244562AA7BF}" type="presOf" srcId="{1676B827-15E1-45EE-812F-E1692D8C0550}" destId="{38250D4B-82FD-48A9-939D-D77966096384}" srcOrd="0" destOrd="0" presId="urn:microsoft.com/office/officeart/2008/layout/LinedList"/>
    <dgm:cxn modelId="{93DBD891-3802-4A24-ABE0-7D8C6BAE4E58}" type="presOf" srcId="{85CA78F7-D3B1-4F9A-95EB-C519955A3702}" destId="{22698563-F97B-4E6B-A573-2D7A5DF595D3}" srcOrd="0" destOrd="0" presId="urn:microsoft.com/office/officeart/2008/layout/LinedList"/>
    <dgm:cxn modelId="{39E0B8AE-DBCC-4BA6-8BE4-7022A88A09DE}" srcId="{85CA78F7-D3B1-4F9A-95EB-C519955A3702}" destId="{306007C6-6E61-4376-A521-1EB591C1F8A5}" srcOrd="0" destOrd="0" parTransId="{8F536B63-8040-47B5-A474-55D83EFD8A06}" sibTransId="{234A731E-84FB-4AD4-93D5-D5BDD52CEDB0}"/>
    <dgm:cxn modelId="{D896B5BD-97DA-48EC-AACC-BFB0928D33C0}" srcId="{85CA78F7-D3B1-4F9A-95EB-C519955A3702}" destId="{1676B827-15E1-45EE-812F-E1692D8C0550}" srcOrd="2" destOrd="0" parTransId="{DBDEA025-EAB2-46C7-9A9D-C5F7DFF556D3}" sibTransId="{5ABDCE20-6096-403D-96DC-5396AAC11891}"/>
    <dgm:cxn modelId="{AF0BC6CB-99B4-4108-9BA8-3555D629EB8B}" srcId="{85CA78F7-D3B1-4F9A-95EB-C519955A3702}" destId="{8D581A6F-E3A0-4A56-B472-4DBFB4B33624}" srcOrd="1" destOrd="0" parTransId="{F80A0222-EA6A-4C88-BDF2-EBA9C1518AF6}" sibTransId="{2C39EE78-D9C8-4C5A-BF5F-A16A94C74178}"/>
    <dgm:cxn modelId="{6CEB3BE6-6BCB-41D3-9A84-007005B81A7E}" srcId="{85CA78F7-D3B1-4F9A-95EB-C519955A3702}" destId="{8A9910E2-7990-40FB-97F8-6F6097F8515D}" srcOrd="3" destOrd="0" parTransId="{DA0F0538-0D4D-46E9-8EFD-EEC847DE4C1F}" sibTransId="{5BA2FC93-CC07-4DA0-8847-AA64883A4C73}"/>
    <dgm:cxn modelId="{0CEFBFFE-D779-410E-987B-FAAC97DE01B4}" type="presOf" srcId="{8D581A6F-E3A0-4A56-B472-4DBFB4B33624}" destId="{EC4AAF37-D32C-4215-AFEC-BD06698490AE}" srcOrd="0" destOrd="0" presId="urn:microsoft.com/office/officeart/2008/layout/LinedList"/>
    <dgm:cxn modelId="{96B3BD6B-68CE-42E6-B087-7B35100419DE}" type="presParOf" srcId="{22698563-F97B-4E6B-A573-2D7A5DF595D3}" destId="{A2574CCF-B565-4A85-8DC0-F7445425B14D}" srcOrd="0" destOrd="0" presId="urn:microsoft.com/office/officeart/2008/layout/LinedList"/>
    <dgm:cxn modelId="{97F97ED5-D3A3-486C-BE4A-B6CF791B491B}" type="presParOf" srcId="{22698563-F97B-4E6B-A573-2D7A5DF595D3}" destId="{77691255-2CF5-467C-9B48-3E84F70BCB16}" srcOrd="1" destOrd="0" presId="urn:microsoft.com/office/officeart/2008/layout/LinedList"/>
    <dgm:cxn modelId="{3D2E2B6E-7F48-4977-9112-818C1C0B5DAE}" type="presParOf" srcId="{77691255-2CF5-467C-9B48-3E84F70BCB16}" destId="{D9781A87-1CDC-4244-A5DF-CC3D5EDA688E}" srcOrd="0" destOrd="0" presId="urn:microsoft.com/office/officeart/2008/layout/LinedList"/>
    <dgm:cxn modelId="{5FDFDD5D-32A6-4B46-B958-3F4E6CC08B27}" type="presParOf" srcId="{77691255-2CF5-467C-9B48-3E84F70BCB16}" destId="{36348191-7BE8-4FA1-A64D-8FBB23B55C9A}" srcOrd="1" destOrd="0" presId="urn:microsoft.com/office/officeart/2008/layout/LinedList"/>
    <dgm:cxn modelId="{06F6F83F-1080-4DC3-9977-3E9ECC971F1B}" type="presParOf" srcId="{22698563-F97B-4E6B-A573-2D7A5DF595D3}" destId="{66F25B19-8D49-4FEB-B393-48EE8D5CC7A8}" srcOrd="2" destOrd="0" presId="urn:microsoft.com/office/officeart/2008/layout/LinedList"/>
    <dgm:cxn modelId="{9449E4ED-2554-4463-984C-168496051BB7}" type="presParOf" srcId="{22698563-F97B-4E6B-A573-2D7A5DF595D3}" destId="{C2111B88-AD72-4D0E-A9D0-3C34297DCB2B}" srcOrd="3" destOrd="0" presId="urn:microsoft.com/office/officeart/2008/layout/LinedList"/>
    <dgm:cxn modelId="{7E1FA69F-43F5-47D6-8EC5-83CD0F49660E}" type="presParOf" srcId="{C2111B88-AD72-4D0E-A9D0-3C34297DCB2B}" destId="{EC4AAF37-D32C-4215-AFEC-BD06698490AE}" srcOrd="0" destOrd="0" presId="urn:microsoft.com/office/officeart/2008/layout/LinedList"/>
    <dgm:cxn modelId="{F78007AE-1BF8-4676-9AC9-AEAD4E219E20}" type="presParOf" srcId="{C2111B88-AD72-4D0E-A9D0-3C34297DCB2B}" destId="{B7C3182C-0847-4479-A226-1A439C10214B}" srcOrd="1" destOrd="0" presId="urn:microsoft.com/office/officeart/2008/layout/LinedList"/>
    <dgm:cxn modelId="{2168F32F-E73A-41BA-B00C-CD5272B8481C}" type="presParOf" srcId="{22698563-F97B-4E6B-A573-2D7A5DF595D3}" destId="{F52B7415-2E90-4ABB-B75A-4B67EEA8D43C}" srcOrd="4" destOrd="0" presId="urn:microsoft.com/office/officeart/2008/layout/LinedList"/>
    <dgm:cxn modelId="{104DFAC0-E9A3-438E-B569-8F57F1EBD978}" type="presParOf" srcId="{22698563-F97B-4E6B-A573-2D7A5DF595D3}" destId="{E2BF9889-C23C-416B-8995-BE241BDF063E}" srcOrd="5" destOrd="0" presId="urn:microsoft.com/office/officeart/2008/layout/LinedList"/>
    <dgm:cxn modelId="{D8C605D3-DFA3-455A-A8E1-7E2A6B9635F0}" type="presParOf" srcId="{E2BF9889-C23C-416B-8995-BE241BDF063E}" destId="{38250D4B-82FD-48A9-939D-D77966096384}" srcOrd="0" destOrd="0" presId="urn:microsoft.com/office/officeart/2008/layout/LinedList"/>
    <dgm:cxn modelId="{908682A7-C3E8-4929-8A20-18A65CB37336}" type="presParOf" srcId="{E2BF9889-C23C-416B-8995-BE241BDF063E}" destId="{F1F4F81D-460B-4124-9522-55EB1D0DDD6B}" srcOrd="1" destOrd="0" presId="urn:microsoft.com/office/officeart/2008/layout/LinedList"/>
    <dgm:cxn modelId="{25F9A3DC-7182-4731-A956-321839834248}" type="presParOf" srcId="{22698563-F97B-4E6B-A573-2D7A5DF595D3}" destId="{B688C0CE-761A-4529-9FFA-B3DEFE70271B}" srcOrd="6" destOrd="0" presId="urn:microsoft.com/office/officeart/2008/layout/LinedList"/>
    <dgm:cxn modelId="{0142A43A-7AAE-46CA-B0B4-311F3494B19D}" type="presParOf" srcId="{22698563-F97B-4E6B-A573-2D7A5DF595D3}" destId="{8A53903F-CCFB-4C11-AFA2-C7FA2E3C6548}" srcOrd="7" destOrd="0" presId="urn:microsoft.com/office/officeart/2008/layout/LinedList"/>
    <dgm:cxn modelId="{F965A6F0-F73D-441C-9996-B6E920100434}" type="presParOf" srcId="{8A53903F-CCFB-4C11-AFA2-C7FA2E3C6548}" destId="{0A1B44A6-06A5-4963-9ECB-034FEDEEDD69}" srcOrd="0" destOrd="0" presId="urn:microsoft.com/office/officeart/2008/layout/LinedList"/>
    <dgm:cxn modelId="{F1E827E6-BAE9-4735-9D33-77FD0337D122}" type="presParOf" srcId="{8A53903F-CCFB-4C11-AFA2-C7FA2E3C6548}" destId="{535DBB98-A3BF-4F52-B705-EE5A096E075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8263CDF-C832-43D6-A8E4-288601D0919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9330378-98A2-4574-93F0-71165783044D}">
      <dgm:prSet/>
      <dgm:spPr/>
      <dgm:t>
        <a:bodyPr/>
        <a:lstStyle/>
        <a:p>
          <a:r>
            <a:rPr lang="en-US"/>
            <a:t>The student commentary should provide justification as to why changes were made which may refence:</a:t>
          </a:r>
        </a:p>
      </dgm:t>
    </dgm:pt>
    <dgm:pt modelId="{BFBD5F9D-E3B7-486A-BDC3-006383FFF41B}" type="parTrans" cxnId="{0791280F-0071-4017-9AEB-18CC3F2C7AB6}">
      <dgm:prSet/>
      <dgm:spPr/>
      <dgm:t>
        <a:bodyPr/>
        <a:lstStyle/>
        <a:p>
          <a:endParaRPr lang="en-US"/>
        </a:p>
      </dgm:t>
    </dgm:pt>
    <dgm:pt modelId="{DD456B0E-F3C3-4177-A137-1550C14DBA24}" type="sibTrans" cxnId="{0791280F-0071-4017-9AEB-18CC3F2C7AB6}">
      <dgm:prSet/>
      <dgm:spPr/>
      <dgm:t>
        <a:bodyPr/>
        <a:lstStyle/>
        <a:p>
          <a:endParaRPr lang="en-US"/>
        </a:p>
      </dgm:t>
    </dgm:pt>
    <dgm:pt modelId="{C6AAB0AA-1D0A-4C7E-8EE4-78B6C25AAF86}">
      <dgm:prSet/>
      <dgm:spPr/>
      <dgm:t>
        <a:bodyPr/>
        <a:lstStyle/>
        <a:p>
          <a:r>
            <a:rPr lang="en-US"/>
            <a:t>o Outcomes of testing in relation to the needs of</a:t>
          </a:r>
        </a:p>
      </dgm:t>
    </dgm:pt>
    <dgm:pt modelId="{C3328343-3779-499A-AED0-FC1ACB4DDA45}" type="parTrans" cxnId="{BAFA0030-C1DC-4F9F-9E9E-BF4BB1B2B97A}">
      <dgm:prSet/>
      <dgm:spPr/>
      <dgm:t>
        <a:bodyPr/>
        <a:lstStyle/>
        <a:p>
          <a:endParaRPr lang="en-US"/>
        </a:p>
      </dgm:t>
    </dgm:pt>
    <dgm:pt modelId="{24B3FF92-CACB-447C-AE41-D77FDB9A4A4E}" type="sibTrans" cxnId="{BAFA0030-C1DC-4F9F-9E9E-BF4BB1B2B97A}">
      <dgm:prSet/>
      <dgm:spPr/>
      <dgm:t>
        <a:bodyPr/>
        <a:lstStyle/>
        <a:p>
          <a:endParaRPr lang="en-US"/>
        </a:p>
      </dgm:t>
    </dgm:pt>
    <dgm:pt modelId="{BC03CDF4-6832-4B09-924D-D71F199574E1}">
      <dgm:prSet/>
      <dgm:spPr/>
      <dgm:t>
        <a:bodyPr/>
        <a:lstStyle/>
        <a:p>
          <a:r>
            <a:rPr lang="en-US"/>
            <a:t>o More efficient solutions that came out a result of development and/or further research</a:t>
          </a:r>
        </a:p>
      </dgm:t>
    </dgm:pt>
    <dgm:pt modelId="{00733770-1954-4073-9726-3A9485058BAE}" type="parTrans" cxnId="{1AFCFFB6-FB58-45B3-801D-86BB7A67AC62}">
      <dgm:prSet/>
      <dgm:spPr/>
      <dgm:t>
        <a:bodyPr/>
        <a:lstStyle/>
        <a:p>
          <a:endParaRPr lang="en-US"/>
        </a:p>
      </dgm:t>
    </dgm:pt>
    <dgm:pt modelId="{CFFB210B-069A-4E9C-997B-21963025C0BD}" type="sibTrans" cxnId="{1AFCFFB6-FB58-45B3-801D-86BB7A67AC62}">
      <dgm:prSet/>
      <dgm:spPr/>
      <dgm:t>
        <a:bodyPr/>
        <a:lstStyle/>
        <a:p>
          <a:endParaRPr lang="en-US"/>
        </a:p>
      </dgm:t>
    </dgm:pt>
    <dgm:pt modelId="{000E3A49-00F0-4EBA-995B-FA07042BEF27}">
      <dgm:prSet/>
      <dgm:spPr/>
      <dgm:t>
        <a:bodyPr/>
        <a:lstStyle/>
        <a:p>
          <a:r>
            <a:rPr lang="en-US"/>
            <a:t>o Order in which requirements were dealt with e.g. why V1 focused on a specific functional requirement and other requirements were implemented later, or not implement at all.</a:t>
          </a:r>
        </a:p>
      </dgm:t>
    </dgm:pt>
    <dgm:pt modelId="{18F43BDA-CC55-4BC9-B5D6-F6ED0DBE5D97}" type="parTrans" cxnId="{A8BFD4EF-71BD-4012-94EC-C31E350F944C}">
      <dgm:prSet/>
      <dgm:spPr/>
      <dgm:t>
        <a:bodyPr/>
        <a:lstStyle/>
        <a:p>
          <a:endParaRPr lang="en-US"/>
        </a:p>
      </dgm:t>
    </dgm:pt>
    <dgm:pt modelId="{948ED2E4-7B5C-4453-B5AD-A77B7B56C84D}" type="sibTrans" cxnId="{A8BFD4EF-71BD-4012-94EC-C31E350F944C}">
      <dgm:prSet/>
      <dgm:spPr/>
      <dgm:t>
        <a:bodyPr/>
        <a:lstStyle/>
        <a:p>
          <a:endParaRPr lang="en-US"/>
        </a:p>
      </dgm:t>
    </dgm:pt>
    <dgm:pt modelId="{81335D84-7A7D-4AA9-8762-42F53C644EAF}" type="pres">
      <dgm:prSet presAssocID="{B8263CDF-C832-43D6-A8E4-288601D0919B}" presName="linear" presStyleCnt="0">
        <dgm:presLayoutVars>
          <dgm:animLvl val="lvl"/>
          <dgm:resizeHandles val="exact"/>
        </dgm:presLayoutVars>
      </dgm:prSet>
      <dgm:spPr/>
    </dgm:pt>
    <dgm:pt modelId="{3B8EE6C2-E234-4C03-BED2-AFA062BB3447}" type="pres">
      <dgm:prSet presAssocID="{E9330378-98A2-4574-93F0-71165783044D}" presName="parentText" presStyleLbl="node1" presStyleIdx="0" presStyleCnt="4">
        <dgm:presLayoutVars>
          <dgm:chMax val="0"/>
          <dgm:bulletEnabled val="1"/>
        </dgm:presLayoutVars>
      </dgm:prSet>
      <dgm:spPr/>
    </dgm:pt>
    <dgm:pt modelId="{E8D01513-47EA-4935-A63C-4D37B60B6F0D}" type="pres">
      <dgm:prSet presAssocID="{DD456B0E-F3C3-4177-A137-1550C14DBA24}" presName="spacer" presStyleCnt="0"/>
      <dgm:spPr/>
    </dgm:pt>
    <dgm:pt modelId="{A99062B1-7D67-4EFD-B19C-4D7EC10F184F}" type="pres">
      <dgm:prSet presAssocID="{C6AAB0AA-1D0A-4C7E-8EE4-78B6C25AAF86}" presName="parentText" presStyleLbl="node1" presStyleIdx="1" presStyleCnt="4">
        <dgm:presLayoutVars>
          <dgm:chMax val="0"/>
          <dgm:bulletEnabled val="1"/>
        </dgm:presLayoutVars>
      </dgm:prSet>
      <dgm:spPr/>
    </dgm:pt>
    <dgm:pt modelId="{7519821C-29E6-428C-8629-0E7409449847}" type="pres">
      <dgm:prSet presAssocID="{24B3FF92-CACB-447C-AE41-D77FDB9A4A4E}" presName="spacer" presStyleCnt="0"/>
      <dgm:spPr/>
    </dgm:pt>
    <dgm:pt modelId="{B86EBB15-09CB-48FF-A587-2A579D54F6E4}" type="pres">
      <dgm:prSet presAssocID="{BC03CDF4-6832-4B09-924D-D71F199574E1}" presName="parentText" presStyleLbl="node1" presStyleIdx="2" presStyleCnt="4">
        <dgm:presLayoutVars>
          <dgm:chMax val="0"/>
          <dgm:bulletEnabled val="1"/>
        </dgm:presLayoutVars>
      </dgm:prSet>
      <dgm:spPr/>
    </dgm:pt>
    <dgm:pt modelId="{2A745D31-2052-4F8F-A2DA-3F937C9B14DB}" type="pres">
      <dgm:prSet presAssocID="{CFFB210B-069A-4E9C-997B-21963025C0BD}" presName="spacer" presStyleCnt="0"/>
      <dgm:spPr/>
    </dgm:pt>
    <dgm:pt modelId="{B44869F0-C77E-41F5-9DCB-F62BD6CC986B}" type="pres">
      <dgm:prSet presAssocID="{000E3A49-00F0-4EBA-995B-FA07042BEF27}" presName="parentText" presStyleLbl="node1" presStyleIdx="3" presStyleCnt="4">
        <dgm:presLayoutVars>
          <dgm:chMax val="0"/>
          <dgm:bulletEnabled val="1"/>
        </dgm:presLayoutVars>
      </dgm:prSet>
      <dgm:spPr/>
    </dgm:pt>
  </dgm:ptLst>
  <dgm:cxnLst>
    <dgm:cxn modelId="{0791280F-0071-4017-9AEB-18CC3F2C7AB6}" srcId="{B8263CDF-C832-43D6-A8E4-288601D0919B}" destId="{E9330378-98A2-4574-93F0-71165783044D}" srcOrd="0" destOrd="0" parTransId="{BFBD5F9D-E3B7-486A-BDC3-006383FFF41B}" sibTransId="{DD456B0E-F3C3-4177-A137-1550C14DBA24}"/>
    <dgm:cxn modelId="{BAFA0030-C1DC-4F9F-9E9E-BF4BB1B2B97A}" srcId="{B8263CDF-C832-43D6-A8E4-288601D0919B}" destId="{C6AAB0AA-1D0A-4C7E-8EE4-78B6C25AAF86}" srcOrd="1" destOrd="0" parTransId="{C3328343-3779-499A-AED0-FC1ACB4DDA45}" sibTransId="{24B3FF92-CACB-447C-AE41-D77FDB9A4A4E}"/>
    <dgm:cxn modelId="{30C25533-145E-4E13-9BBE-F81F10B1F53D}" type="presOf" srcId="{C6AAB0AA-1D0A-4C7E-8EE4-78B6C25AAF86}" destId="{A99062B1-7D67-4EFD-B19C-4D7EC10F184F}" srcOrd="0" destOrd="0" presId="urn:microsoft.com/office/officeart/2005/8/layout/vList2"/>
    <dgm:cxn modelId="{8F578533-4FB8-4F4E-ADA9-B2A2B9A76039}" type="presOf" srcId="{000E3A49-00F0-4EBA-995B-FA07042BEF27}" destId="{B44869F0-C77E-41F5-9DCB-F62BD6CC986B}" srcOrd="0" destOrd="0" presId="urn:microsoft.com/office/officeart/2005/8/layout/vList2"/>
    <dgm:cxn modelId="{8436C97B-939B-44ED-B4F8-843E19AD9DB2}" type="presOf" srcId="{BC03CDF4-6832-4B09-924D-D71F199574E1}" destId="{B86EBB15-09CB-48FF-A587-2A579D54F6E4}" srcOrd="0" destOrd="0" presId="urn:microsoft.com/office/officeart/2005/8/layout/vList2"/>
    <dgm:cxn modelId="{45C2017D-4480-4845-8343-F5028E811317}" type="presOf" srcId="{B8263CDF-C832-43D6-A8E4-288601D0919B}" destId="{81335D84-7A7D-4AA9-8762-42F53C644EAF}" srcOrd="0" destOrd="0" presId="urn:microsoft.com/office/officeart/2005/8/layout/vList2"/>
    <dgm:cxn modelId="{D57B4284-E153-4F3D-82BB-A44C523C1B2F}" type="presOf" srcId="{E9330378-98A2-4574-93F0-71165783044D}" destId="{3B8EE6C2-E234-4C03-BED2-AFA062BB3447}" srcOrd="0" destOrd="0" presId="urn:microsoft.com/office/officeart/2005/8/layout/vList2"/>
    <dgm:cxn modelId="{1AFCFFB6-FB58-45B3-801D-86BB7A67AC62}" srcId="{B8263CDF-C832-43D6-A8E4-288601D0919B}" destId="{BC03CDF4-6832-4B09-924D-D71F199574E1}" srcOrd="2" destOrd="0" parTransId="{00733770-1954-4073-9726-3A9485058BAE}" sibTransId="{CFFB210B-069A-4E9C-997B-21963025C0BD}"/>
    <dgm:cxn modelId="{A8BFD4EF-71BD-4012-94EC-C31E350F944C}" srcId="{B8263CDF-C832-43D6-A8E4-288601D0919B}" destId="{000E3A49-00F0-4EBA-995B-FA07042BEF27}" srcOrd="3" destOrd="0" parTransId="{18F43BDA-CC55-4BC9-B5D6-F6ED0DBE5D97}" sibTransId="{948ED2E4-7B5C-4453-B5AD-A77B7B56C84D}"/>
    <dgm:cxn modelId="{86246F01-6AF8-4B99-91F2-2D912F12051F}" type="presParOf" srcId="{81335D84-7A7D-4AA9-8762-42F53C644EAF}" destId="{3B8EE6C2-E234-4C03-BED2-AFA062BB3447}" srcOrd="0" destOrd="0" presId="urn:microsoft.com/office/officeart/2005/8/layout/vList2"/>
    <dgm:cxn modelId="{C52FC2C4-F308-4495-A6EF-69D7219A9EB5}" type="presParOf" srcId="{81335D84-7A7D-4AA9-8762-42F53C644EAF}" destId="{E8D01513-47EA-4935-A63C-4D37B60B6F0D}" srcOrd="1" destOrd="0" presId="urn:microsoft.com/office/officeart/2005/8/layout/vList2"/>
    <dgm:cxn modelId="{CA4724BD-09FA-48E9-A6C0-F200A6468C4D}" type="presParOf" srcId="{81335D84-7A7D-4AA9-8762-42F53C644EAF}" destId="{A99062B1-7D67-4EFD-B19C-4D7EC10F184F}" srcOrd="2" destOrd="0" presId="urn:microsoft.com/office/officeart/2005/8/layout/vList2"/>
    <dgm:cxn modelId="{FC6DD1C0-2A5A-4215-BFE2-D1CA8BD6F3E1}" type="presParOf" srcId="{81335D84-7A7D-4AA9-8762-42F53C644EAF}" destId="{7519821C-29E6-428C-8629-0E7409449847}" srcOrd="3" destOrd="0" presId="urn:microsoft.com/office/officeart/2005/8/layout/vList2"/>
    <dgm:cxn modelId="{503D9F3A-25B1-4F54-9C14-0F13811CA1B1}" type="presParOf" srcId="{81335D84-7A7D-4AA9-8762-42F53C644EAF}" destId="{B86EBB15-09CB-48FF-A587-2A579D54F6E4}" srcOrd="4" destOrd="0" presId="urn:microsoft.com/office/officeart/2005/8/layout/vList2"/>
    <dgm:cxn modelId="{1C65D637-1E2F-4DC2-876F-97162125EAEF}" type="presParOf" srcId="{81335D84-7A7D-4AA9-8762-42F53C644EAF}" destId="{2A745D31-2052-4F8F-A2DA-3F937C9B14DB}" srcOrd="5" destOrd="0" presId="urn:microsoft.com/office/officeart/2005/8/layout/vList2"/>
    <dgm:cxn modelId="{BD0AE5A3-A767-45CD-B125-1CDBC73FC71A}" type="presParOf" srcId="{81335D84-7A7D-4AA9-8762-42F53C644EAF}" destId="{B44869F0-C77E-41F5-9DCB-F62BD6CC986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486A9D-5F01-4D25-AF15-4916A02EE90B}">
      <dsp:nvSpPr>
        <dsp:cNvPr id="0" name=""/>
        <dsp:cNvSpPr/>
      </dsp:nvSpPr>
      <dsp:spPr>
        <a:xfrm>
          <a:off x="0" y="682"/>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8C17F3-E0F0-402A-B810-0FA75BD9F7E8}">
      <dsp:nvSpPr>
        <dsp:cNvPr id="0" name=""/>
        <dsp:cNvSpPr/>
      </dsp:nvSpPr>
      <dsp:spPr>
        <a:xfrm>
          <a:off x="482961" y="359909"/>
          <a:ext cx="878111" cy="878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FE6B23-45BA-4DC1-85AC-F0B6635A247B}">
      <dsp:nvSpPr>
        <dsp:cNvPr id="0" name=""/>
        <dsp:cNvSpPr/>
      </dsp:nvSpPr>
      <dsp:spPr>
        <a:xfrm>
          <a:off x="1844034" y="682"/>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Justification and commenting</a:t>
          </a:r>
        </a:p>
      </dsp:txBody>
      <dsp:txXfrm>
        <a:off x="1844034" y="682"/>
        <a:ext cx="4401230" cy="1596566"/>
      </dsp:txXfrm>
    </dsp:sp>
    <dsp:sp modelId="{610F15B7-768C-469F-8DDD-51CBC5368437}">
      <dsp:nvSpPr>
        <dsp:cNvPr id="0" name=""/>
        <dsp:cNvSpPr/>
      </dsp:nvSpPr>
      <dsp:spPr>
        <a:xfrm>
          <a:off x="0" y="1996390"/>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D932CB-7EE3-4189-9229-6A8407E992CB}">
      <dsp:nvSpPr>
        <dsp:cNvPr id="0" name=""/>
        <dsp:cNvSpPr/>
      </dsp:nvSpPr>
      <dsp:spPr>
        <a:xfrm>
          <a:off x="482961" y="2355617"/>
          <a:ext cx="878111" cy="878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9DCCEF-9034-45C8-A6A5-9C19B56F2F35}">
      <dsp:nvSpPr>
        <dsp:cNvPr id="0" name=""/>
        <dsp:cNvSpPr/>
      </dsp:nvSpPr>
      <dsp:spPr>
        <a:xfrm>
          <a:off x="1844034" y="1996390"/>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Legal and regulatory guidelines and standards</a:t>
          </a:r>
        </a:p>
      </dsp:txBody>
      <dsp:txXfrm>
        <a:off x="1844034" y="1996390"/>
        <a:ext cx="4401230" cy="1596566"/>
      </dsp:txXfrm>
    </dsp:sp>
    <dsp:sp modelId="{903317B3-C457-4503-9A55-9DB05E4C441E}">
      <dsp:nvSpPr>
        <dsp:cNvPr id="0" name=""/>
        <dsp:cNvSpPr/>
      </dsp:nvSpPr>
      <dsp:spPr>
        <a:xfrm>
          <a:off x="0" y="3992098"/>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5A6870-59EC-4B32-A2E0-59F925BF1BD0}">
      <dsp:nvSpPr>
        <dsp:cNvPr id="0" name=""/>
        <dsp:cNvSpPr/>
      </dsp:nvSpPr>
      <dsp:spPr>
        <a:xfrm>
          <a:off x="482961" y="4351325"/>
          <a:ext cx="878111" cy="878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12B4E3-0A58-499B-9C87-F7091293DB72}">
      <dsp:nvSpPr>
        <dsp:cNvPr id="0" name=""/>
        <dsp:cNvSpPr/>
      </dsp:nvSpPr>
      <dsp:spPr>
        <a:xfrm>
          <a:off x="1844034" y="3992098"/>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Testing</a:t>
          </a:r>
        </a:p>
      </dsp:txBody>
      <dsp:txXfrm>
        <a:off x="1844034" y="3992098"/>
        <a:ext cx="4401230" cy="15965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F4C9FC-C2BA-4B7F-A9B2-1CDFE0FAD037}">
      <dsp:nvSpPr>
        <dsp:cNvPr id="0" name=""/>
        <dsp:cNvSpPr/>
      </dsp:nvSpPr>
      <dsp:spPr>
        <a:xfrm>
          <a:off x="0" y="0"/>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A98501-08E5-4895-B82A-763B6D9043F6}">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In this task students can demonstrate their understanding by providing reasoned justification for the approaches used. </a:t>
          </a:r>
        </a:p>
      </dsp:txBody>
      <dsp:txXfrm>
        <a:off x="0" y="0"/>
        <a:ext cx="6900512" cy="1384035"/>
      </dsp:txXfrm>
    </dsp:sp>
    <dsp:sp modelId="{2AB301E6-FCF7-4600-8633-8108650B271F}">
      <dsp:nvSpPr>
        <dsp:cNvPr id="0" name=""/>
        <dsp:cNvSpPr/>
      </dsp:nvSpPr>
      <dsp:spPr>
        <a:xfrm>
          <a:off x="0" y="1384035"/>
          <a:ext cx="6900512" cy="0"/>
        </a:xfrm>
        <a:prstGeom prst="line">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FECD10-BBE3-47F7-ACC9-BD17960E35A6}">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This could include considerations such as their approach to a solution.</a:t>
          </a:r>
        </a:p>
      </dsp:txBody>
      <dsp:txXfrm>
        <a:off x="0" y="1384035"/>
        <a:ext cx="6900512" cy="1384035"/>
      </dsp:txXfrm>
    </dsp:sp>
    <dsp:sp modelId="{746B17B3-3C08-4445-8892-023AE72A5F1A}">
      <dsp:nvSpPr>
        <dsp:cNvPr id="0" name=""/>
        <dsp:cNvSpPr/>
      </dsp:nvSpPr>
      <dsp:spPr>
        <a:xfrm>
          <a:off x="0" y="2768070"/>
          <a:ext cx="6900512" cy="0"/>
        </a:xfrm>
        <a:prstGeom prst="lin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54A9D0-9DBF-4F0F-A761-E347E927E85C}">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Justification and depth are essential. </a:t>
          </a:r>
        </a:p>
      </dsp:txBody>
      <dsp:txXfrm>
        <a:off x="0" y="2768070"/>
        <a:ext cx="6900512" cy="1384035"/>
      </dsp:txXfrm>
    </dsp:sp>
    <dsp:sp modelId="{DA14E886-C19A-428F-886E-5EEA0911A902}">
      <dsp:nvSpPr>
        <dsp:cNvPr id="0" name=""/>
        <dsp:cNvSpPr/>
      </dsp:nvSpPr>
      <dsp:spPr>
        <a:xfrm>
          <a:off x="0" y="4152105"/>
          <a:ext cx="6900512"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62A69F-AC0A-4358-806E-2A71DCCB35DF}">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Students need to justify the decisions by adding comments on the code. </a:t>
          </a:r>
        </a:p>
      </dsp:txBody>
      <dsp:txXfrm>
        <a:off x="0" y="4152105"/>
        <a:ext cx="6900512" cy="13840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7C0AD3-A0B3-4518-946C-E5CFA9D6F8D9}">
      <dsp:nvSpPr>
        <dsp:cNvPr id="0" name=""/>
        <dsp:cNvSpPr/>
      </dsp:nvSpPr>
      <dsp:spPr>
        <a:xfrm>
          <a:off x="0" y="2297"/>
          <a:ext cx="6900512" cy="11645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AB64C1-EAED-498D-838F-446724901DAE}">
      <dsp:nvSpPr>
        <dsp:cNvPr id="0" name=""/>
        <dsp:cNvSpPr/>
      </dsp:nvSpPr>
      <dsp:spPr>
        <a:xfrm>
          <a:off x="352272" y="264318"/>
          <a:ext cx="640494" cy="6404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31AB3A-B934-4A08-A99C-69F01F1A0831}">
      <dsp:nvSpPr>
        <dsp:cNvPr id="0" name=""/>
        <dsp:cNvSpPr/>
      </dsp:nvSpPr>
      <dsp:spPr>
        <a:xfrm>
          <a:off x="1345038" y="2297"/>
          <a:ext cx="5555473"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755650">
            <a:lnSpc>
              <a:spcPct val="90000"/>
            </a:lnSpc>
            <a:spcBef>
              <a:spcPct val="0"/>
            </a:spcBef>
            <a:spcAft>
              <a:spcPct val="35000"/>
            </a:spcAft>
            <a:buNone/>
          </a:pPr>
          <a:r>
            <a:rPr lang="en-US" sz="1700" kern="1200"/>
            <a:t>Students must demonstrate how the website would be viewed in different browsers. </a:t>
          </a:r>
        </a:p>
      </dsp:txBody>
      <dsp:txXfrm>
        <a:off x="1345038" y="2297"/>
        <a:ext cx="5555473" cy="1164535"/>
      </dsp:txXfrm>
    </dsp:sp>
    <dsp:sp modelId="{FD2ADCAB-8F38-4229-9344-9A4569760CCF}">
      <dsp:nvSpPr>
        <dsp:cNvPr id="0" name=""/>
        <dsp:cNvSpPr/>
      </dsp:nvSpPr>
      <dsp:spPr>
        <a:xfrm>
          <a:off x="0" y="1457967"/>
          <a:ext cx="6900512" cy="11645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98A05C-F4A9-4A17-B66F-96784C1B3DD9}">
      <dsp:nvSpPr>
        <dsp:cNvPr id="0" name=""/>
        <dsp:cNvSpPr/>
      </dsp:nvSpPr>
      <dsp:spPr>
        <a:xfrm>
          <a:off x="352272" y="1719988"/>
          <a:ext cx="640494" cy="6404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0302C9-F12A-401D-BD7C-166558ADE67F}">
      <dsp:nvSpPr>
        <dsp:cNvPr id="0" name=""/>
        <dsp:cNvSpPr/>
      </dsp:nvSpPr>
      <dsp:spPr>
        <a:xfrm>
          <a:off x="1345038" y="1457967"/>
          <a:ext cx="5555473"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755650">
            <a:lnSpc>
              <a:spcPct val="90000"/>
            </a:lnSpc>
            <a:spcBef>
              <a:spcPct val="0"/>
            </a:spcBef>
            <a:spcAft>
              <a:spcPct val="35000"/>
            </a:spcAft>
            <a:buNone/>
          </a:pPr>
          <a:r>
            <a:rPr lang="en-US" sz="1700" kern="1200"/>
            <a:t>Students can validate the code on the W3C website. </a:t>
          </a:r>
        </a:p>
      </dsp:txBody>
      <dsp:txXfrm>
        <a:off x="1345038" y="1457967"/>
        <a:ext cx="5555473" cy="1164535"/>
      </dsp:txXfrm>
    </dsp:sp>
    <dsp:sp modelId="{6346A15E-7E75-43DF-929D-E9840D4D7809}">
      <dsp:nvSpPr>
        <dsp:cNvPr id="0" name=""/>
        <dsp:cNvSpPr/>
      </dsp:nvSpPr>
      <dsp:spPr>
        <a:xfrm>
          <a:off x="0" y="2913637"/>
          <a:ext cx="6900512" cy="11645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92813D-A088-4469-9A58-837D555F23AD}">
      <dsp:nvSpPr>
        <dsp:cNvPr id="0" name=""/>
        <dsp:cNvSpPr/>
      </dsp:nvSpPr>
      <dsp:spPr>
        <a:xfrm>
          <a:off x="352272" y="3175658"/>
          <a:ext cx="640494" cy="6404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C1B84C-39A2-4816-A4B4-49C5C6AA378D}">
      <dsp:nvSpPr>
        <dsp:cNvPr id="0" name=""/>
        <dsp:cNvSpPr/>
      </dsp:nvSpPr>
      <dsp:spPr>
        <a:xfrm>
          <a:off x="1345038" y="2913637"/>
          <a:ext cx="5555473"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755650">
            <a:lnSpc>
              <a:spcPct val="90000"/>
            </a:lnSpc>
            <a:spcBef>
              <a:spcPct val="0"/>
            </a:spcBef>
            <a:spcAft>
              <a:spcPct val="35000"/>
            </a:spcAft>
            <a:buNone/>
          </a:pPr>
          <a:r>
            <a:rPr lang="en-US" sz="1700" kern="1200"/>
            <a:t>This will let students know what needs to be added to view the website as expected, no matter which browser. </a:t>
          </a:r>
        </a:p>
      </dsp:txBody>
      <dsp:txXfrm>
        <a:off x="1345038" y="2913637"/>
        <a:ext cx="5555473" cy="1164535"/>
      </dsp:txXfrm>
    </dsp:sp>
    <dsp:sp modelId="{961A18DC-B2B5-41DD-946E-3C335C67EDE2}">
      <dsp:nvSpPr>
        <dsp:cNvPr id="0" name=""/>
        <dsp:cNvSpPr/>
      </dsp:nvSpPr>
      <dsp:spPr>
        <a:xfrm>
          <a:off x="0" y="4369307"/>
          <a:ext cx="6900512" cy="116453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B4A458-5530-4542-BDA9-98F74EE903DF}">
      <dsp:nvSpPr>
        <dsp:cNvPr id="0" name=""/>
        <dsp:cNvSpPr/>
      </dsp:nvSpPr>
      <dsp:spPr>
        <a:xfrm>
          <a:off x="352272" y="4631327"/>
          <a:ext cx="640494" cy="6404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090D51-AC6C-4385-9746-6D40749056EC}">
      <dsp:nvSpPr>
        <dsp:cNvPr id="0" name=""/>
        <dsp:cNvSpPr/>
      </dsp:nvSpPr>
      <dsp:spPr>
        <a:xfrm>
          <a:off x="1345038" y="4369307"/>
          <a:ext cx="5555473"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755650">
            <a:lnSpc>
              <a:spcPct val="90000"/>
            </a:lnSpc>
            <a:spcBef>
              <a:spcPct val="0"/>
            </a:spcBef>
            <a:spcAft>
              <a:spcPct val="35000"/>
            </a:spcAft>
            <a:buNone/>
          </a:pPr>
          <a:r>
            <a:rPr lang="en-US" sz="1700" kern="1200"/>
            <a:t>Consider using username and passwords, cookie notification and two-way authentication for security controls. This provides evidence for legal and ethical considerations. </a:t>
          </a:r>
        </a:p>
      </dsp:txBody>
      <dsp:txXfrm>
        <a:off x="1345038" y="4369307"/>
        <a:ext cx="5555473" cy="11645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0A81C-86AC-420C-BFAB-DAF59DF247BD}">
      <dsp:nvSpPr>
        <dsp:cNvPr id="0" name=""/>
        <dsp:cNvSpPr/>
      </dsp:nvSpPr>
      <dsp:spPr>
        <a:xfrm>
          <a:off x="0" y="3399"/>
          <a:ext cx="5393361"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CA6869-20C7-4435-A071-6A1A34327384}">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3BE558-77CB-4FBD-A2E8-71A60882F761}">
      <dsp:nvSpPr>
        <dsp:cNvPr id="0" name=""/>
        <dsp:cNvSpPr/>
      </dsp:nvSpPr>
      <dsp:spPr>
        <a:xfrm>
          <a:off x="836323" y="3399"/>
          <a:ext cx="4557037"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Well-designed interface including UI/UX features:</a:t>
          </a:r>
        </a:p>
      </dsp:txBody>
      <dsp:txXfrm>
        <a:off x="836323" y="3399"/>
        <a:ext cx="4557037" cy="724089"/>
      </dsp:txXfrm>
    </dsp:sp>
    <dsp:sp modelId="{C7387D8C-FF1B-49A2-AD47-560A95756935}">
      <dsp:nvSpPr>
        <dsp:cNvPr id="0" name=""/>
        <dsp:cNvSpPr/>
      </dsp:nvSpPr>
      <dsp:spPr>
        <a:xfrm>
          <a:off x="0" y="908511"/>
          <a:ext cx="5393361"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CD8FC6-A117-44CF-AD22-32AC20D22155}">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1C02C5-297D-4AE0-A8E4-CFE944A0441F}">
      <dsp:nvSpPr>
        <dsp:cNvPr id="0" name=""/>
        <dsp:cNvSpPr/>
      </dsp:nvSpPr>
      <dsp:spPr>
        <a:xfrm>
          <a:off x="836323" y="908511"/>
          <a:ext cx="4557037"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 Useful – does it meet the needs of the user? Are outputs etc. accurate</a:t>
          </a:r>
        </a:p>
      </dsp:txBody>
      <dsp:txXfrm>
        <a:off x="836323" y="908511"/>
        <a:ext cx="4557037" cy="724089"/>
      </dsp:txXfrm>
    </dsp:sp>
    <dsp:sp modelId="{F70E9CA5-9F0E-459A-A2E0-165548ADF7BE}">
      <dsp:nvSpPr>
        <dsp:cNvPr id="0" name=""/>
        <dsp:cNvSpPr/>
      </dsp:nvSpPr>
      <dsp:spPr>
        <a:xfrm>
          <a:off x="0" y="1813624"/>
          <a:ext cx="5393361"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70FEE2-8705-40FD-861C-3779BE8D1286}">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A38700-AD53-46FD-B8B3-322EE099A6F6}">
      <dsp:nvSpPr>
        <dsp:cNvPr id="0" name=""/>
        <dsp:cNvSpPr/>
      </dsp:nvSpPr>
      <dsp:spPr>
        <a:xfrm>
          <a:off x="836323" y="1813624"/>
          <a:ext cx="4557037"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 Usable – is it easy to use / intuitive?</a:t>
          </a:r>
        </a:p>
      </dsp:txBody>
      <dsp:txXfrm>
        <a:off x="836323" y="1813624"/>
        <a:ext cx="4557037" cy="724089"/>
      </dsp:txXfrm>
    </dsp:sp>
    <dsp:sp modelId="{565447AB-1926-4698-8593-AA6FC72DA58C}">
      <dsp:nvSpPr>
        <dsp:cNvPr id="0" name=""/>
        <dsp:cNvSpPr/>
      </dsp:nvSpPr>
      <dsp:spPr>
        <a:xfrm>
          <a:off x="0" y="2718736"/>
          <a:ext cx="5393361"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3AF7EB-716A-4671-BD32-6EAE0A38DA07}">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9DB5BC-C8A6-4B90-8E19-801EB3849724}">
      <dsp:nvSpPr>
        <dsp:cNvPr id="0" name=""/>
        <dsp:cNvSpPr/>
      </dsp:nvSpPr>
      <dsp:spPr>
        <a:xfrm>
          <a:off x="836323" y="2718736"/>
          <a:ext cx="4557037"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 Desirable – is it aesthetically pleasing? Does it represent a brand? Consistency.</a:t>
          </a:r>
        </a:p>
      </dsp:txBody>
      <dsp:txXfrm>
        <a:off x="836323" y="2718736"/>
        <a:ext cx="4557037" cy="724089"/>
      </dsp:txXfrm>
    </dsp:sp>
    <dsp:sp modelId="{6F0403DB-B78F-455B-B705-240D03492BD0}">
      <dsp:nvSpPr>
        <dsp:cNvPr id="0" name=""/>
        <dsp:cNvSpPr/>
      </dsp:nvSpPr>
      <dsp:spPr>
        <a:xfrm>
          <a:off x="0" y="3623848"/>
          <a:ext cx="5393361" cy="7240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704FED-F316-4FC1-B263-BB14A983D233}">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A9A0C3-0342-488A-B386-6675B54C23B9}">
      <dsp:nvSpPr>
        <dsp:cNvPr id="0" name=""/>
        <dsp:cNvSpPr/>
      </dsp:nvSpPr>
      <dsp:spPr>
        <a:xfrm>
          <a:off x="836323" y="3623848"/>
          <a:ext cx="4557037"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 Findable – is it easy to navigate around and find the require</a:t>
          </a:r>
        </a:p>
      </dsp:txBody>
      <dsp:txXfrm>
        <a:off x="836323" y="3623848"/>
        <a:ext cx="4557037" cy="7240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AF04DE-660E-4A69-A5B4-D9CC3FBC9D9E}">
      <dsp:nvSpPr>
        <dsp:cNvPr id="0" name=""/>
        <dsp:cNvSpPr/>
      </dsp:nvSpPr>
      <dsp:spPr>
        <a:xfrm>
          <a:off x="0" y="294457"/>
          <a:ext cx="7559504" cy="135065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A robust solution which may include:</a:t>
          </a:r>
        </a:p>
      </dsp:txBody>
      <dsp:txXfrm>
        <a:off x="65934" y="360391"/>
        <a:ext cx="7427636" cy="1218787"/>
      </dsp:txXfrm>
    </dsp:sp>
    <dsp:sp modelId="{4CA29AA7-676D-4B8B-858E-EEBB5B75F0BB}">
      <dsp:nvSpPr>
        <dsp:cNvPr id="0" name=""/>
        <dsp:cNvSpPr/>
      </dsp:nvSpPr>
      <dsp:spPr>
        <a:xfrm>
          <a:off x="0" y="1743033"/>
          <a:ext cx="7559504" cy="1350655"/>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o good exception handling that can deal with unexpected or incorrect outputs</a:t>
          </a:r>
        </a:p>
      </dsp:txBody>
      <dsp:txXfrm>
        <a:off x="65934" y="1808967"/>
        <a:ext cx="7427636" cy="1218787"/>
      </dsp:txXfrm>
    </dsp:sp>
    <dsp:sp modelId="{2A547244-DB61-4ED9-9F76-C65A2F05D356}">
      <dsp:nvSpPr>
        <dsp:cNvPr id="0" name=""/>
        <dsp:cNvSpPr/>
      </dsp:nvSpPr>
      <dsp:spPr>
        <a:xfrm>
          <a:off x="0" y="3191608"/>
          <a:ext cx="7559504" cy="1350655"/>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o “fall back” code to deal with different systems and platforms without crashing</a:t>
          </a:r>
        </a:p>
      </dsp:txBody>
      <dsp:txXfrm>
        <a:off x="65934" y="3257542"/>
        <a:ext cx="7427636" cy="1218787"/>
      </dsp:txXfrm>
    </dsp:sp>
    <dsp:sp modelId="{A3465590-FE52-4948-B91E-FC31BD2D41DF}">
      <dsp:nvSpPr>
        <dsp:cNvPr id="0" name=""/>
        <dsp:cNvSpPr/>
      </dsp:nvSpPr>
      <dsp:spPr>
        <a:xfrm>
          <a:off x="0" y="4640183"/>
          <a:ext cx="7559504" cy="135065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o Appropriate use of validation</a:t>
          </a:r>
        </a:p>
      </dsp:txBody>
      <dsp:txXfrm>
        <a:off x="65934" y="4706117"/>
        <a:ext cx="7427636" cy="12187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1F0E7-BE0D-4594-8237-AF1EC9170879}">
      <dsp:nvSpPr>
        <dsp:cNvPr id="0" name=""/>
        <dsp:cNvSpPr/>
      </dsp:nvSpPr>
      <dsp:spPr>
        <a:xfrm>
          <a:off x="0" y="196768"/>
          <a:ext cx="7559504" cy="11138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User guidance and error messages ensure that the product is easy to use and helpful </a:t>
          </a:r>
        </a:p>
      </dsp:txBody>
      <dsp:txXfrm>
        <a:off x="54373" y="251141"/>
        <a:ext cx="7450758" cy="1005094"/>
      </dsp:txXfrm>
    </dsp:sp>
    <dsp:sp modelId="{F521DC02-B700-427C-9625-282BBE281695}">
      <dsp:nvSpPr>
        <dsp:cNvPr id="0" name=""/>
        <dsp:cNvSpPr/>
      </dsp:nvSpPr>
      <dsp:spPr>
        <a:xfrm>
          <a:off x="0" y="1391248"/>
          <a:ext cx="7559504" cy="1113840"/>
        </a:xfrm>
        <a:prstGeom prst="round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which may include:</a:t>
          </a:r>
        </a:p>
      </dsp:txBody>
      <dsp:txXfrm>
        <a:off x="54373" y="1445621"/>
        <a:ext cx="7450758" cy="1005094"/>
      </dsp:txXfrm>
    </dsp:sp>
    <dsp:sp modelId="{F7DAFC49-6745-4F51-A220-14E752EA04B7}">
      <dsp:nvSpPr>
        <dsp:cNvPr id="0" name=""/>
        <dsp:cNvSpPr/>
      </dsp:nvSpPr>
      <dsp:spPr>
        <a:xfrm>
          <a:off x="0" y="2585728"/>
          <a:ext cx="7559504" cy="1113840"/>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o Short and meaning full error messages (avoid jargon)</a:t>
          </a:r>
        </a:p>
      </dsp:txBody>
      <dsp:txXfrm>
        <a:off x="54373" y="2640101"/>
        <a:ext cx="7450758" cy="1005094"/>
      </dsp:txXfrm>
    </dsp:sp>
    <dsp:sp modelId="{7CB1434F-1A1D-4E76-8C74-04E9BEE53FCD}">
      <dsp:nvSpPr>
        <dsp:cNvPr id="0" name=""/>
        <dsp:cNvSpPr/>
      </dsp:nvSpPr>
      <dsp:spPr>
        <a:xfrm>
          <a:off x="0" y="3780208"/>
          <a:ext cx="7559504" cy="1113840"/>
        </a:xfrm>
        <a:prstGeom prst="round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o Provides information about solution/corrective action that can be taken by the user</a:t>
          </a:r>
        </a:p>
      </dsp:txBody>
      <dsp:txXfrm>
        <a:off x="54373" y="3834581"/>
        <a:ext cx="7450758" cy="1005094"/>
      </dsp:txXfrm>
    </dsp:sp>
    <dsp:sp modelId="{81E39ADF-5C23-4FC0-953E-15D7A5C859A5}">
      <dsp:nvSpPr>
        <dsp:cNvPr id="0" name=""/>
        <dsp:cNvSpPr/>
      </dsp:nvSpPr>
      <dsp:spPr>
        <a:xfrm>
          <a:off x="0" y="4974688"/>
          <a:ext cx="7559504" cy="111384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o Help/instructions and/or meaningful feature labels to reduce errors</a:t>
          </a:r>
        </a:p>
      </dsp:txBody>
      <dsp:txXfrm>
        <a:off x="54373" y="5029061"/>
        <a:ext cx="7450758" cy="100509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7249C6-44B2-41B4-85F5-DAC698A40955}">
      <dsp:nvSpPr>
        <dsp:cNvPr id="0" name=""/>
        <dsp:cNvSpPr/>
      </dsp:nvSpPr>
      <dsp:spPr>
        <a:xfrm>
          <a:off x="0" y="0"/>
          <a:ext cx="755950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0B92EE-41C0-4C9D-BEED-7F1D037DB52C}">
      <dsp:nvSpPr>
        <dsp:cNvPr id="0" name=""/>
        <dsp:cNvSpPr/>
      </dsp:nvSpPr>
      <dsp:spPr>
        <a:xfrm>
          <a:off x="0" y="0"/>
          <a:ext cx="7559504" cy="1571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Accessibility has been considered and there should be evidence that their design takes </a:t>
          </a:r>
        </a:p>
      </dsp:txBody>
      <dsp:txXfrm>
        <a:off x="0" y="0"/>
        <a:ext cx="7559504" cy="1571324"/>
      </dsp:txXfrm>
    </dsp:sp>
    <dsp:sp modelId="{6B23BACC-506C-4CF5-9B10-6956419C648D}">
      <dsp:nvSpPr>
        <dsp:cNvPr id="0" name=""/>
        <dsp:cNvSpPr/>
      </dsp:nvSpPr>
      <dsp:spPr>
        <a:xfrm>
          <a:off x="0" y="1571324"/>
          <a:ext cx="7559504" cy="0"/>
        </a:xfrm>
        <a:prstGeom prst="line">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244272-D01C-4012-90AF-60EF41313928}">
      <dsp:nvSpPr>
        <dsp:cNvPr id="0" name=""/>
        <dsp:cNvSpPr/>
      </dsp:nvSpPr>
      <dsp:spPr>
        <a:xfrm>
          <a:off x="0" y="1571324"/>
          <a:ext cx="7559504" cy="1571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different users in to account such as:</a:t>
          </a:r>
        </a:p>
      </dsp:txBody>
      <dsp:txXfrm>
        <a:off x="0" y="1571324"/>
        <a:ext cx="7559504" cy="1571324"/>
      </dsp:txXfrm>
    </dsp:sp>
    <dsp:sp modelId="{CF665EE5-3186-4640-A571-86D4EAAF1359}">
      <dsp:nvSpPr>
        <dsp:cNvPr id="0" name=""/>
        <dsp:cNvSpPr/>
      </dsp:nvSpPr>
      <dsp:spPr>
        <a:xfrm>
          <a:off x="0" y="3142648"/>
          <a:ext cx="7559504" cy="0"/>
        </a:xfrm>
        <a:prstGeom prst="lin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3BE5E4-AF6D-4C5D-BF88-845C0CEAECF6}">
      <dsp:nvSpPr>
        <dsp:cNvPr id="0" name=""/>
        <dsp:cNvSpPr/>
      </dsp:nvSpPr>
      <dsp:spPr>
        <a:xfrm>
          <a:off x="0" y="3142648"/>
          <a:ext cx="7559504" cy="1571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o Selectable accessibility features (e.g. adjustable fonts, colours etc.)</a:t>
          </a:r>
        </a:p>
      </dsp:txBody>
      <dsp:txXfrm>
        <a:off x="0" y="3142648"/>
        <a:ext cx="7559504" cy="1571324"/>
      </dsp:txXfrm>
    </dsp:sp>
    <dsp:sp modelId="{6DAE658D-ACFD-454B-A214-C4B7EB60475E}">
      <dsp:nvSpPr>
        <dsp:cNvPr id="0" name=""/>
        <dsp:cNvSpPr/>
      </dsp:nvSpPr>
      <dsp:spPr>
        <a:xfrm>
          <a:off x="0" y="4713972"/>
          <a:ext cx="7559504"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C1FCA4-164C-4D56-AA8C-1E39BF02AFAD}">
      <dsp:nvSpPr>
        <dsp:cNvPr id="0" name=""/>
        <dsp:cNvSpPr/>
      </dsp:nvSpPr>
      <dsp:spPr>
        <a:xfrm>
          <a:off x="0" y="4713972"/>
          <a:ext cx="7559504" cy="1571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o Sensible font and colour base colour selection</a:t>
          </a:r>
        </a:p>
      </dsp:txBody>
      <dsp:txXfrm>
        <a:off x="0" y="4713972"/>
        <a:ext cx="7559504" cy="157132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57C3D-FF3E-4160-9FCD-0B8802D131AE}">
      <dsp:nvSpPr>
        <dsp:cNvPr id="0" name=""/>
        <dsp:cNvSpPr/>
      </dsp:nvSpPr>
      <dsp:spPr>
        <a:xfrm>
          <a:off x="0" y="0"/>
          <a:ext cx="755950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1868DB-1D36-42C2-8002-56259FD0391B}">
      <dsp:nvSpPr>
        <dsp:cNvPr id="0" name=""/>
        <dsp:cNvSpPr/>
      </dsp:nvSpPr>
      <dsp:spPr>
        <a:xfrm>
          <a:off x="0" y="0"/>
          <a:ext cx="7559504" cy="1571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Compatibility with different platforms has been considered (where appropriate) which may include:</a:t>
          </a:r>
        </a:p>
      </dsp:txBody>
      <dsp:txXfrm>
        <a:off x="0" y="0"/>
        <a:ext cx="7559504" cy="1571324"/>
      </dsp:txXfrm>
    </dsp:sp>
    <dsp:sp modelId="{70815BFC-CC70-4727-8980-FD20C9C00EA7}">
      <dsp:nvSpPr>
        <dsp:cNvPr id="0" name=""/>
        <dsp:cNvSpPr/>
      </dsp:nvSpPr>
      <dsp:spPr>
        <a:xfrm>
          <a:off x="0" y="1571324"/>
          <a:ext cx="7559504" cy="0"/>
        </a:xfrm>
        <a:prstGeom prst="line">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CCAD46-02B4-41B2-B7D1-E217B5F96035}">
      <dsp:nvSpPr>
        <dsp:cNvPr id="0" name=""/>
        <dsp:cNvSpPr/>
      </dsp:nvSpPr>
      <dsp:spPr>
        <a:xfrm>
          <a:off x="0" y="1571324"/>
          <a:ext cx="7559504" cy="1571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o Creating a standalone/self-contained program</a:t>
          </a:r>
        </a:p>
      </dsp:txBody>
      <dsp:txXfrm>
        <a:off x="0" y="1571324"/>
        <a:ext cx="7559504" cy="1571324"/>
      </dsp:txXfrm>
    </dsp:sp>
    <dsp:sp modelId="{D1D98C17-59F0-4677-8748-D4609DDA08B5}">
      <dsp:nvSpPr>
        <dsp:cNvPr id="0" name=""/>
        <dsp:cNvSpPr/>
      </dsp:nvSpPr>
      <dsp:spPr>
        <a:xfrm>
          <a:off x="0" y="3142648"/>
          <a:ext cx="7559504" cy="0"/>
        </a:xfrm>
        <a:prstGeom prst="lin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285C5A-C62F-4562-88B8-12FC5DAFBF13}">
      <dsp:nvSpPr>
        <dsp:cNvPr id="0" name=""/>
        <dsp:cNvSpPr/>
      </dsp:nvSpPr>
      <dsp:spPr>
        <a:xfrm>
          <a:off x="0" y="3142648"/>
          <a:ext cx="7559504" cy="1571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o Implementation of web-standards / program is accessible through a web browser</a:t>
          </a:r>
        </a:p>
      </dsp:txBody>
      <dsp:txXfrm>
        <a:off x="0" y="3142648"/>
        <a:ext cx="7559504" cy="1571324"/>
      </dsp:txXfrm>
    </dsp:sp>
    <dsp:sp modelId="{A43A0398-225B-4316-B6FB-BFB3515114BF}">
      <dsp:nvSpPr>
        <dsp:cNvPr id="0" name=""/>
        <dsp:cNvSpPr/>
      </dsp:nvSpPr>
      <dsp:spPr>
        <a:xfrm>
          <a:off x="0" y="4713972"/>
          <a:ext cx="7559504"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EA251E-6051-4683-AB38-DD2E13ADEC2E}">
      <dsp:nvSpPr>
        <dsp:cNvPr id="0" name=""/>
        <dsp:cNvSpPr/>
      </dsp:nvSpPr>
      <dsp:spPr>
        <a:xfrm>
          <a:off x="0" y="4713972"/>
          <a:ext cx="7559504" cy="1571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o “fall back” code to deal with different systems and platform</a:t>
          </a:r>
        </a:p>
      </dsp:txBody>
      <dsp:txXfrm>
        <a:off x="0" y="4713972"/>
        <a:ext cx="7559504" cy="157132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A1CB67-117A-49A1-8F4C-01374B811661}">
      <dsp:nvSpPr>
        <dsp:cNvPr id="0" name=""/>
        <dsp:cNvSpPr/>
      </dsp:nvSpPr>
      <dsp:spPr>
        <a:xfrm>
          <a:off x="0" y="37378"/>
          <a:ext cx="7559504" cy="83537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legal and ethical considerations considered as appropriate to their solution which may </a:t>
          </a:r>
        </a:p>
      </dsp:txBody>
      <dsp:txXfrm>
        <a:off x="40780" y="78158"/>
        <a:ext cx="7477944" cy="753819"/>
      </dsp:txXfrm>
    </dsp:sp>
    <dsp:sp modelId="{74C4C1E3-8E94-42D0-BF60-03B554E239F4}">
      <dsp:nvSpPr>
        <dsp:cNvPr id="0" name=""/>
        <dsp:cNvSpPr/>
      </dsp:nvSpPr>
      <dsp:spPr>
        <a:xfrm>
          <a:off x="0" y="933238"/>
          <a:ext cx="7559504" cy="835379"/>
        </a:xfrm>
        <a:prstGeom prst="roundRect">
          <a:avLst/>
        </a:prstGeom>
        <a:solidFill>
          <a:schemeClr val="accent2">
            <a:hueOff val="-242561"/>
            <a:satOff val="-13988"/>
            <a:lumOff val="14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include:</a:t>
          </a:r>
        </a:p>
      </dsp:txBody>
      <dsp:txXfrm>
        <a:off x="40780" y="974018"/>
        <a:ext cx="7477944" cy="753819"/>
      </dsp:txXfrm>
    </dsp:sp>
    <dsp:sp modelId="{2E453074-287B-4F8E-95F5-2905DF6A2D20}">
      <dsp:nvSpPr>
        <dsp:cNvPr id="0" name=""/>
        <dsp:cNvSpPr/>
      </dsp:nvSpPr>
      <dsp:spPr>
        <a:xfrm>
          <a:off x="0" y="1829098"/>
          <a:ext cx="7559504" cy="835379"/>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o Cookie consent notice</a:t>
          </a:r>
        </a:p>
      </dsp:txBody>
      <dsp:txXfrm>
        <a:off x="40780" y="1869878"/>
        <a:ext cx="7477944" cy="753819"/>
      </dsp:txXfrm>
    </dsp:sp>
    <dsp:sp modelId="{5B2C00DF-2B15-44F4-BA82-CB32DBCDE5E9}">
      <dsp:nvSpPr>
        <dsp:cNvPr id="0" name=""/>
        <dsp:cNvSpPr/>
      </dsp:nvSpPr>
      <dsp:spPr>
        <a:xfrm>
          <a:off x="0" y="2724958"/>
          <a:ext cx="7559504" cy="835379"/>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o GDPR considerations</a:t>
          </a:r>
        </a:p>
      </dsp:txBody>
      <dsp:txXfrm>
        <a:off x="40780" y="2765738"/>
        <a:ext cx="7477944" cy="753819"/>
      </dsp:txXfrm>
    </dsp:sp>
    <dsp:sp modelId="{7BD15BEF-EA89-43CF-802D-926CDCA2E8D6}">
      <dsp:nvSpPr>
        <dsp:cNvPr id="0" name=""/>
        <dsp:cNvSpPr/>
      </dsp:nvSpPr>
      <dsp:spPr>
        <a:xfrm>
          <a:off x="0" y="3620818"/>
          <a:ext cx="7559504" cy="835379"/>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o Privacy and data policy/informing the user</a:t>
          </a:r>
        </a:p>
      </dsp:txBody>
      <dsp:txXfrm>
        <a:off x="40780" y="3661598"/>
        <a:ext cx="7477944" cy="753819"/>
      </dsp:txXfrm>
    </dsp:sp>
    <dsp:sp modelId="{9E8C77B4-106E-4105-A200-8BC5801EFB8E}">
      <dsp:nvSpPr>
        <dsp:cNvPr id="0" name=""/>
        <dsp:cNvSpPr/>
      </dsp:nvSpPr>
      <dsp:spPr>
        <a:xfrm>
          <a:off x="0" y="4516678"/>
          <a:ext cx="7559504" cy="835379"/>
        </a:xfrm>
        <a:prstGeom prst="roundRect">
          <a:avLst/>
        </a:prstGeom>
        <a:solidFill>
          <a:schemeClr val="accent2">
            <a:hueOff val="-1212803"/>
            <a:satOff val="-69940"/>
            <a:lumOff val="71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o Intellectual property consideration (see asset log)</a:t>
          </a:r>
        </a:p>
      </dsp:txBody>
      <dsp:txXfrm>
        <a:off x="40780" y="4557458"/>
        <a:ext cx="7477944" cy="753819"/>
      </dsp:txXfrm>
    </dsp:sp>
    <dsp:sp modelId="{7E9BFBD0-DBBA-43A2-ACDC-74492A9207FF}">
      <dsp:nvSpPr>
        <dsp:cNvPr id="0" name=""/>
        <dsp:cNvSpPr/>
      </dsp:nvSpPr>
      <dsp:spPr>
        <a:xfrm>
          <a:off x="0" y="5412538"/>
          <a:ext cx="7559504" cy="83537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o Terms and conditions</a:t>
          </a:r>
        </a:p>
      </dsp:txBody>
      <dsp:txXfrm>
        <a:off x="40780" y="5453318"/>
        <a:ext cx="7477944" cy="75381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030A1-2221-406C-B9B6-875906F23FDB}">
      <dsp:nvSpPr>
        <dsp:cNvPr id="0" name=""/>
        <dsp:cNvSpPr/>
      </dsp:nvSpPr>
      <dsp:spPr>
        <a:xfrm>
          <a:off x="0" y="266248"/>
          <a:ext cx="7559504" cy="6762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test-specific data: influence the system behaviour and reveal the case specifics under the test</a:t>
          </a:r>
        </a:p>
      </dsp:txBody>
      <dsp:txXfrm>
        <a:off x="33012" y="299260"/>
        <a:ext cx="7493480" cy="610236"/>
      </dsp:txXfrm>
    </dsp:sp>
    <dsp:sp modelId="{303A0F00-A7E0-46CC-AFCC-6BB28AB4DCE6}">
      <dsp:nvSpPr>
        <dsp:cNvPr id="0" name=""/>
        <dsp:cNvSpPr/>
      </dsp:nvSpPr>
      <dsp:spPr>
        <a:xfrm>
          <a:off x="0" y="991468"/>
          <a:ext cx="7559504" cy="676260"/>
        </a:xfrm>
        <a:prstGeom prst="roundRect">
          <a:avLst/>
        </a:prstGeom>
        <a:solidFill>
          <a:schemeClr val="accent2">
            <a:hueOff val="-207909"/>
            <a:satOff val="-11990"/>
            <a:lumOff val="123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o test-reference data: have little influence on the test performance</a:t>
          </a:r>
        </a:p>
      </dsp:txBody>
      <dsp:txXfrm>
        <a:off x="33012" y="1024480"/>
        <a:ext cx="7493480" cy="610236"/>
      </dsp:txXfrm>
    </dsp:sp>
    <dsp:sp modelId="{7F60B537-6428-402B-B6A8-24FA609D1052}">
      <dsp:nvSpPr>
        <dsp:cNvPr id="0" name=""/>
        <dsp:cNvSpPr/>
      </dsp:nvSpPr>
      <dsp:spPr>
        <a:xfrm>
          <a:off x="0" y="1716688"/>
          <a:ext cx="7559504" cy="676260"/>
        </a:xfrm>
        <a:prstGeom prst="roundRect">
          <a:avLst/>
        </a:prstGeom>
        <a:solidFill>
          <a:schemeClr val="accent2">
            <a:hueOff val="-415818"/>
            <a:satOff val="-23979"/>
            <a:lumOff val="24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o application reference data: irrelevant to the behaviour under test, and are needed to start the application</a:t>
          </a:r>
        </a:p>
      </dsp:txBody>
      <dsp:txXfrm>
        <a:off x="33012" y="1749700"/>
        <a:ext cx="7493480" cy="610236"/>
      </dsp:txXfrm>
    </dsp:sp>
    <dsp:sp modelId="{477D014F-B6D9-4E93-97D8-2E39142AA9F8}">
      <dsp:nvSpPr>
        <dsp:cNvPr id="0" name=""/>
        <dsp:cNvSpPr/>
      </dsp:nvSpPr>
      <dsp:spPr>
        <a:xfrm>
          <a:off x="0" y="2441908"/>
          <a:ext cx="7559504" cy="676260"/>
        </a:xfrm>
        <a:prstGeom prst="roundRect">
          <a:avLst/>
        </a:prstGeom>
        <a:solidFill>
          <a:schemeClr val="accent2">
            <a:hueOff val="-623727"/>
            <a:satOff val="-35969"/>
            <a:lumOff val="36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o valid test data does the system functions are in compliance with the requirements, does the system processes and stores the data as intended</a:t>
          </a:r>
        </a:p>
      </dsp:txBody>
      <dsp:txXfrm>
        <a:off x="33012" y="2474920"/>
        <a:ext cx="7493480" cy="610236"/>
      </dsp:txXfrm>
    </dsp:sp>
    <dsp:sp modelId="{0D63BDBC-A799-4C8D-8DF4-723B0974F12C}">
      <dsp:nvSpPr>
        <dsp:cNvPr id="0" name=""/>
        <dsp:cNvSpPr/>
      </dsp:nvSpPr>
      <dsp:spPr>
        <a:xfrm>
          <a:off x="0" y="3167128"/>
          <a:ext cx="7559504" cy="676260"/>
        </a:xfrm>
        <a:prstGeom prst="roundRect">
          <a:avLst/>
        </a:prstGeom>
        <a:solidFill>
          <a:schemeClr val="accent2">
            <a:hueOff val="-831636"/>
            <a:satOff val="-47959"/>
            <a:lumOff val="493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o invalid test data: check to see if the software correctly processes invalid values, shows the relevant messages, and notifies the user that the data are improper</a:t>
          </a:r>
        </a:p>
      </dsp:txBody>
      <dsp:txXfrm>
        <a:off x="33012" y="3200140"/>
        <a:ext cx="7493480" cy="610236"/>
      </dsp:txXfrm>
    </dsp:sp>
    <dsp:sp modelId="{A653CB1B-9ADE-45FB-8F8A-1657B8AAE510}">
      <dsp:nvSpPr>
        <dsp:cNvPr id="0" name=""/>
        <dsp:cNvSpPr/>
      </dsp:nvSpPr>
      <dsp:spPr>
        <a:xfrm>
          <a:off x="0" y="3892348"/>
          <a:ext cx="7559504" cy="676260"/>
        </a:xfrm>
        <a:prstGeom prst="roundRect">
          <a:avLst/>
        </a:prstGeom>
        <a:solidFill>
          <a:schemeClr val="accent2">
            <a:hueOff val="-1039545"/>
            <a:satOff val="-59949"/>
            <a:lumOff val="61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o boundary test data: help to reveal the defects connected with processing boundary values</a:t>
          </a:r>
        </a:p>
      </dsp:txBody>
      <dsp:txXfrm>
        <a:off x="33012" y="3925360"/>
        <a:ext cx="7493480" cy="610236"/>
      </dsp:txXfrm>
    </dsp:sp>
    <dsp:sp modelId="{AA4C14A8-4005-4120-964D-722DC4BE3965}">
      <dsp:nvSpPr>
        <dsp:cNvPr id="0" name=""/>
        <dsp:cNvSpPr/>
      </dsp:nvSpPr>
      <dsp:spPr>
        <a:xfrm>
          <a:off x="0" y="4617568"/>
          <a:ext cx="7559504" cy="676260"/>
        </a:xfrm>
        <a:prstGeom prst="roundRect">
          <a:avLst/>
        </a:prstGeom>
        <a:solidFill>
          <a:schemeClr val="accent2">
            <a:hueOff val="-1247454"/>
            <a:satOff val="-71938"/>
            <a:lumOff val="73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o wrong data: entering the data of inappropriate format, whether it shows the correct error messages thus showing the use of validation if appropriate</a:t>
          </a:r>
        </a:p>
      </dsp:txBody>
      <dsp:txXfrm>
        <a:off x="33012" y="4650580"/>
        <a:ext cx="7493480" cy="610236"/>
      </dsp:txXfrm>
    </dsp:sp>
    <dsp:sp modelId="{AC9C0AAB-9C08-491E-AE9A-3400C8722515}">
      <dsp:nvSpPr>
        <dsp:cNvPr id="0" name=""/>
        <dsp:cNvSpPr/>
      </dsp:nvSpPr>
      <dsp:spPr>
        <a:xfrm>
          <a:off x="0" y="5342788"/>
          <a:ext cx="7559504" cy="67626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o absent data: should check that the solution handles entering a blank field</a:t>
          </a:r>
        </a:p>
      </dsp:txBody>
      <dsp:txXfrm>
        <a:off x="33012" y="5375800"/>
        <a:ext cx="7493480" cy="61023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2E6CCD-6D80-4EFE-9E26-17F7804A3EFB}">
      <dsp:nvSpPr>
        <dsp:cNvPr id="0" name=""/>
        <dsp:cNvSpPr/>
      </dsp:nvSpPr>
      <dsp:spPr>
        <a:xfrm>
          <a:off x="0" y="3068"/>
          <a:ext cx="755950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4FD7A4-CE72-445D-BE44-03FBFA81267E}">
      <dsp:nvSpPr>
        <dsp:cNvPr id="0" name=""/>
        <dsp:cNvSpPr/>
      </dsp:nvSpPr>
      <dsp:spPr>
        <a:xfrm>
          <a:off x="0" y="3068"/>
          <a:ext cx="7559504" cy="2093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980" tIns="220980" rIns="220980" bIns="220980" numCol="1" spcCol="1270" anchor="t" anchorCtr="0">
          <a:noAutofit/>
        </a:bodyPr>
        <a:lstStyle/>
        <a:p>
          <a:pPr marL="0" lvl="0" indent="0" algn="l" defTabSz="2578100">
            <a:lnSpc>
              <a:spcPct val="90000"/>
            </a:lnSpc>
            <a:spcBef>
              <a:spcPct val="0"/>
            </a:spcBef>
            <a:spcAft>
              <a:spcPct val="35000"/>
            </a:spcAft>
            <a:buNone/>
          </a:pPr>
          <a:r>
            <a:rPr lang="en-US" sz="5800" kern="1200"/>
            <a:t>Inputs </a:t>
          </a:r>
        </a:p>
      </dsp:txBody>
      <dsp:txXfrm>
        <a:off x="0" y="3068"/>
        <a:ext cx="7559504" cy="2093053"/>
      </dsp:txXfrm>
    </dsp:sp>
    <dsp:sp modelId="{EF375A5B-0E18-4334-B43E-D3C01B0F1DE2}">
      <dsp:nvSpPr>
        <dsp:cNvPr id="0" name=""/>
        <dsp:cNvSpPr/>
      </dsp:nvSpPr>
      <dsp:spPr>
        <a:xfrm>
          <a:off x="0" y="2096121"/>
          <a:ext cx="7559504"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A3ABEB-6EFE-4671-9B6F-750C6C0F3BB7}">
      <dsp:nvSpPr>
        <dsp:cNvPr id="0" name=""/>
        <dsp:cNvSpPr/>
      </dsp:nvSpPr>
      <dsp:spPr>
        <a:xfrm>
          <a:off x="0" y="2096121"/>
          <a:ext cx="7559504" cy="2093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980" tIns="220980" rIns="220980" bIns="220980" numCol="1" spcCol="1270" anchor="t" anchorCtr="0">
          <a:noAutofit/>
        </a:bodyPr>
        <a:lstStyle/>
        <a:p>
          <a:pPr marL="0" lvl="0" indent="0" algn="l" defTabSz="2578100">
            <a:lnSpc>
              <a:spcPct val="90000"/>
            </a:lnSpc>
            <a:spcBef>
              <a:spcPct val="0"/>
            </a:spcBef>
            <a:spcAft>
              <a:spcPct val="35000"/>
            </a:spcAft>
            <a:buNone/>
          </a:pPr>
          <a:r>
            <a:rPr lang="en-US" sz="5800" kern="1200"/>
            <a:t>Calculations</a:t>
          </a:r>
        </a:p>
      </dsp:txBody>
      <dsp:txXfrm>
        <a:off x="0" y="2096121"/>
        <a:ext cx="7559504" cy="2093053"/>
      </dsp:txXfrm>
    </dsp:sp>
    <dsp:sp modelId="{64C3E8BB-D138-4129-91A1-FB00BF1D3C11}">
      <dsp:nvSpPr>
        <dsp:cNvPr id="0" name=""/>
        <dsp:cNvSpPr/>
      </dsp:nvSpPr>
      <dsp:spPr>
        <a:xfrm>
          <a:off x="0" y="4189175"/>
          <a:ext cx="7559504"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C9A2BE-C760-45F5-B6CA-2E92824FC3E2}">
      <dsp:nvSpPr>
        <dsp:cNvPr id="0" name=""/>
        <dsp:cNvSpPr/>
      </dsp:nvSpPr>
      <dsp:spPr>
        <a:xfrm>
          <a:off x="0" y="4189175"/>
          <a:ext cx="7559504" cy="2093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980" tIns="220980" rIns="220980" bIns="220980" numCol="1" spcCol="1270" anchor="t" anchorCtr="0">
          <a:noAutofit/>
        </a:bodyPr>
        <a:lstStyle/>
        <a:p>
          <a:pPr marL="0" lvl="0" indent="0" algn="l" defTabSz="2578100">
            <a:lnSpc>
              <a:spcPct val="90000"/>
            </a:lnSpc>
            <a:spcBef>
              <a:spcPct val="0"/>
            </a:spcBef>
            <a:spcAft>
              <a:spcPct val="35000"/>
            </a:spcAft>
            <a:buNone/>
          </a:pPr>
          <a:r>
            <a:rPr lang="en-US" sz="5800" kern="1200"/>
            <a:t>Validation and processes. </a:t>
          </a:r>
        </a:p>
      </dsp:txBody>
      <dsp:txXfrm>
        <a:off x="0" y="4189175"/>
        <a:ext cx="7559504" cy="209305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A0ACC8-E931-4151-92FE-A6291C8F0690}">
      <dsp:nvSpPr>
        <dsp:cNvPr id="0" name=""/>
        <dsp:cNvSpPr/>
      </dsp:nvSpPr>
      <dsp:spPr>
        <a:xfrm>
          <a:off x="1559829" y="839411"/>
          <a:ext cx="327018" cy="91440"/>
        </a:xfrm>
        <a:custGeom>
          <a:avLst/>
          <a:gdLst/>
          <a:ahLst/>
          <a:cxnLst/>
          <a:rect l="0" t="0" r="0" b="0"/>
          <a:pathLst>
            <a:path>
              <a:moveTo>
                <a:pt x="0" y="45720"/>
              </a:moveTo>
              <a:lnTo>
                <a:pt x="327018"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14398" y="883341"/>
        <a:ext cx="17880" cy="3579"/>
      </dsp:txXfrm>
    </dsp:sp>
    <dsp:sp modelId="{559EB75B-4A59-4711-9FFF-068492B8DE60}">
      <dsp:nvSpPr>
        <dsp:cNvPr id="0" name=""/>
        <dsp:cNvSpPr/>
      </dsp:nvSpPr>
      <dsp:spPr>
        <a:xfrm>
          <a:off x="6763" y="418671"/>
          <a:ext cx="1554865" cy="93291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190" tIns="79974" rIns="76190" bIns="79974" numCol="1" spcCol="1270" anchor="ctr" anchorCtr="0">
          <a:noAutofit/>
        </a:bodyPr>
        <a:lstStyle/>
        <a:p>
          <a:pPr marL="0" lvl="0" indent="0" algn="ctr" defTabSz="533400">
            <a:lnSpc>
              <a:spcPct val="90000"/>
            </a:lnSpc>
            <a:spcBef>
              <a:spcPct val="0"/>
            </a:spcBef>
            <a:spcAft>
              <a:spcPct val="35000"/>
            </a:spcAft>
            <a:buNone/>
          </a:pPr>
          <a:r>
            <a:rPr lang="en-US" sz="1200" kern="1200"/>
            <a:t>Students should demonstrate how testing was used throughout the development to test and refine the solution. This may include reference to:</a:t>
          </a:r>
        </a:p>
      </dsp:txBody>
      <dsp:txXfrm>
        <a:off x="6763" y="418671"/>
        <a:ext cx="1554865" cy="932919"/>
      </dsp:txXfrm>
    </dsp:sp>
    <dsp:sp modelId="{6B482B2E-184F-49A2-A99B-BE53350E62DC}">
      <dsp:nvSpPr>
        <dsp:cNvPr id="0" name=""/>
        <dsp:cNvSpPr/>
      </dsp:nvSpPr>
      <dsp:spPr>
        <a:xfrm>
          <a:off x="3472313" y="839411"/>
          <a:ext cx="327018" cy="91440"/>
        </a:xfrm>
        <a:custGeom>
          <a:avLst/>
          <a:gdLst/>
          <a:ahLst/>
          <a:cxnLst/>
          <a:rect l="0" t="0" r="0" b="0"/>
          <a:pathLst>
            <a:path>
              <a:moveTo>
                <a:pt x="0" y="45720"/>
              </a:moveTo>
              <a:lnTo>
                <a:pt x="327018"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6882" y="883341"/>
        <a:ext cx="17880" cy="3579"/>
      </dsp:txXfrm>
    </dsp:sp>
    <dsp:sp modelId="{8F214043-2BC7-491B-B24C-F2E560E594AE}">
      <dsp:nvSpPr>
        <dsp:cNvPr id="0" name=""/>
        <dsp:cNvSpPr/>
      </dsp:nvSpPr>
      <dsp:spPr>
        <a:xfrm>
          <a:off x="1919247" y="418671"/>
          <a:ext cx="1554865" cy="93291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190" tIns="79974" rIns="76190" bIns="79974" numCol="1" spcCol="1270" anchor="ctr" anchorCtr="0">
          <a:noAutofit/>
        </a:bodyPr>
        <a:lstStyle/>
        <a:p>
          <a:pPr marL="0" lvl="0" indent="0" algn="ctr" defTabSz="533400">
            <a:lnSpc>
              <a:spcPct val="90000"/>
            </a:lnSpc>
            <a:spcBef>
              <a:spcPct val="0"/>
            </a:spcBef>
            <a:spcAft>
              <a:spcPct val="35000"/>
            </a:spcAft>
            <a:buNone/>
          </a:pPr>
          <a:r>
            <a:rPr lang="en-US" sz="1200" kern="1200"/>
            <a:t>o Runtime errors that occurred when implementing code</a:t>
          </a:r>
        </a:p>
      </dsp:txBody>
      <dsp:txXfrm>
        <a:off x="1919247" y="418671"/>
        <a:ext cx="1554865" cy="932919"/>
      </dsp:txXfrm>
    </dsp:sp>
    <dsp:sp modelId="{97A6EDD8-45CE-4C44-9BBB-97A91384A02A}">
      <dsp:nvSpPr>
        <dsp:cNvPr id="0" name=""/>
        <dsp:cNvSpPr/>
      </dsp:nvSpPr>
      <dsp:spPr>
        <a:xfrm>
          <a:off x="784196" y="1349790"/>
          <a:ext cx="3824967" cy="327018"/>
        </a:xfrm>
        <a:custGeom>
          <a:avLst/>
          <a:gdLst/>
          <a:ahLst/>
          <a:cxnLst/>
          <a:rect l="0" t="0" r="0" b="0"/>
          <a:pathLst>
            <a:path>
              <a:moveTo>
                <a:pt x="3824967" y="0"/>
              </a:moveTo>
              <a:lnTo>
                <a:pt x="3824967" y="180609"/>
              </a:lnTo>
              <a:lnTo>
                <a:pt x="0" y="180609"/>
              </a:lnTo>
              <a:lnTo>
                <a:pt x="0" y="327018"/>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00639" y="1511510"/>
        <a:ext cx="192082" cy="3579"/>
      </dsp:txXfrm>
    </dsp:sp>
    <dsp:sp modelId="{01F85879-B167-481B-A6EB-B34AC35A0CE4}">
      <dsp:nvSpPr>
        <dsp:cNvPr id="0" name=""/>
        <dsp:cNvSpPr/>
      </dsp:nvSpPr>
      <dsp:spPr>
        <a:xfrm>
          <a:off x="3831731" y="418671"/>
          <a:ext cx="1554865" cy="93291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190" tIns="79974" rIns="76190" bIns="79974" numCol="1" spcCol="1270" anchor="ctr" anchorCtr="0">
          <a:noAutofit/>
        </a:bodyPr>
        <a:lstStyle/>
        <a:p>
          <a:pPr marL="0" lvl="0" indent="0" algn="ctr" defTabSz="533400">
            <a:lnSpc>
              <a:spcPct val="90000"/>
            </a:lnSpc>
            <a:spcBef>
              <a:spcPct val="0"/>
            </a:spcBef>
            <a:spcAft>
              <a:spcPct val="35000"/>
            </a:spcAft>
            <a:buNone/>
          </a:pPr>
          <a:r>
            <a:rPr lang="en-US" sz="1200" kern="1200"/>
            <a:t>o Fixing of syntax errors</a:t>
          </a:r>
        </a:p>
      </dsp:txBody>
      <dsp:txXfrm>
        <a:off x="3831731" y="418671"/>
        <a:ext cx="1554865" cy="932919"/>
      </dsp:txXfrm>
    </dsp:sp>
    <dsp:sp modelId="{8F60B9F8-4B2F-444A-A619-74952BD4B6FE}">
      <dsp:nvSpPr>
        <dsp:cNvPr id="0" name=""/>
        <dsp:cNvSpPr/>
      </dsp:nvSpPr>
      <dsp:spPr>
        <a:xfrm>
          <a:off x="1559829" y="2129949"/>
          <a:ext cx="327018" cy="91440"/>
        </a:xfrm>
        <a:custGeom>
          <a:avLst/>
          <a:gdLst/>
          <a:ahLst/>
          <a:cxnLst/>
          <a:rect l="0" t="0" r="0" b="0"/>
          <a:pathLst>
            <a:path>
              <a:moveTo>
                <a:pt x="0" y="45720"/>
              </a:moveTo>
              <a:lnTo>
                <a:pt x="327018"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14398" y="2173879"/>
        <a:ext cx="17880" cy="3579"/>
      </dsp:txXfrm>
    </dsp:sp>
    <dsp:sp modelId="{33A81659-5109-449F-BEE4-AC118C4EF052}">
      <dsp:nvSpPr>
        <dsp:cNvPr id="0" name=""/>
        <dsp:cNvSpPr/>
      </dsp:nvSpPr>
      <dsp:spPr>
        <a:xfrm>
          <a:off x="6763" y="1709209"/>
          <a:ext cx="1554865" cy="93291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190" tIns="79974" rIns="76190" bIns="79974" numCol="1" spcCol="1270" anchor="ctr" anchorCtr="0">
          <a:noAutofit/>
        </a:bodyPr>
        <a:lstStyle/>
        <a:p>
          <a:pPr marL="0" lvl="0" indent="0" algn="ctr" defTabSz="533400">
            <a:lnSpc>
              <a:spcPct val="90000"/>
            </a:lnSpc>
            <a:spcBef>
              <a:spcPct val="0"/>
            </a:spcBef>
            <a:spcAft>
              <a:spcPct val="35000"/>
            </a:spcAft>
            <a:buNone/>
          </a:pPr>
          <a:r>
            <a:rPr lang="en-US" sz="1200" kern="1200"/>
            <a:t>o How logical errors were detected through the use of appropriate test data</a:t>
          </a:r>
        </a:p>
      </dsp:txBody>
      <dsp:txXfrm>
        <a:off x="6763" y="1709209"/>
        <a:ext cx="1554865" cy="932919"/>
      </dsp:txXfrm>
    </dsp:sp>
    <dsp:sp modelId="{48182777-E2C9-4DCF-92D9-EAF7D3DF83AA}">
      <dsp:nvSpPr>
        <dsp:cNvPr id="0" name=""/>
        <dsp:cNvSpPr/>
      </dsp:nvSpPr>
      <dsp:spPr>
        <a:xfrm>
          <a:off x="3472313" y="2129949"/>
          <a:ext cx="327018" cy="91440"/>
        </a:xfrm>
        <a:custGeom>
          <a:avLst/>
          <a:gdLst/>
          <a:ahLst/>
          <a:cxnLst/>
          <a:rect l="0" t="0" r="0" b="0"/>
          <a:pathLst>
            <a:path>
              <a:moveTo>
                <a:pt x="0" y="45720"/>
              </a:moveTo>
              <a:lnTo>
                <a:pt x="327018"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6882" y="2173879"/>
        <a:ext cx="17880" cy="3579"/>
      </dsp:txXfrm>
    </dsp:sp>
    <dsp:sp modelId="{1F7B839D-AD4F-4E17-B79A-305717057610}">
      <dsp:nvSpPr>
        <dsp:cNvPr id="0" name=""/>
        <dsp:cNvSpPr/>
      </dsp:nvSpPr>
      <dsp:spPr>
        <a:xfrm>
          <a:off x="1919247" y="1709209"/>
          <a:ext cx="1554865" cy="9329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190" tIns="79974" rIns="76190" bIns="79974" numCol="1" spcCol="1270" anchor="ctr" anchorCtr="0">
          <a:noAutofit/>
        </a:bodyPr>
        <a:lstStyle/>
        <a:p>
          <a:pPr marL="0" lvl="0" indent="0" algn="ctr" defTabSz="533400">
            <a:lnSpc>
              <a:spcPct val="90000"/>
            </a:lnSpc>
            <a:spcBef>
              <a:spcPct val="0"/>
            </a:spcBef>
            <a:spcAft>
              <a:spcPct val="35000"/>
            </a:spcAft>
            <a:buNone/>
          </a:pPr>
          <a:r>
            <a:rPr lang="en-US" sz="1200" kern="1200"/>
            <a:t>o Descriptions of how issues were fixed</a:t>
          </a:r>
        </a:p>
      </dsp:txBody>
      <dsp:txXfrm>
        <a:off x="1919247" y="1709209"/>
        <a:ext cx="1554865" cy="932919"/>
      </dsp:txXfrm>
    </dsp:sp>
    <dsp:sp modelId="{128FF3E6-CC77-4C7D-8EEF-9BBD2F875E96}">
      <dsp:nvSpPr>
        <dsp:cNvPr id="0" name=""/>
        <dsp:cNvSpPr/>
      </dsp:nvSpPr>
      <dsp:spPr>
        <a:xfrm>
          <a:off x="784196" y="2640328"/>
          <a:ext cx="3824967" cy="327018"/>
        </a:xfrm>
        <a:custGeom>
          <a:avLst/>
          <a:gdLst/>
          <a:ahLst/>
          <a:cxnLst/>
          <a:rect l="0" t="0" r="0" b="0"/>
          <a:pathLst>
            <a:path>
              <a:moveTo>
                <a:pt x="3824967" y="0"/>
              </a:moveTo>
              <a:lnTo>
                <a:pt x="3824967" y="180609"/>
              </a:lnTo>
              <a:lnTo>
                <a:pt x="0" y="180609"/>
              </a:lnTo>
              <a:lnTo>
                <a:pt x="0" y="327018"/>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00639" y="2802048"/>
        <a:ext cx="192082" cy="3579"/>
      </dsp:txXfrm>
    </dsp:sp>
    <dsp:sp modelId="{E5683C4E-0B6C-4C6D-A892-0C9153ADB7FE}">
      <dsp:nvSpPr>
        <dsp:cNvPr id="0" name=""/>
        <dsp:cNvSpPr/>
      </dsp:nvSpPr>
      <dsp:spPr>
        <a:xfrm>
          <a:off x="3831731" y="1709209"/>
          <a:ext cx="1554865" cy="93291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190" tIns="79974" rIns="76190" bIns="79974" numCol="1" spcCol="1270" anchor="ctr" anchorCtr="0">
          <a:noAutofit/>
        </a:bodyPr>
        <a:lstStyle/>
        <a:p>
          <a:pPr marL="0" lvl="0" indent="0" algn="ctr" defTabSz="533400">
            <a:lnSpc>
              <a:spcPct val="90000"/>
            </a:lnSpc>
            <a:spcBef>
              <a:spcPct val="0"/>
            </a:spcBef>
            <a:spcAft>
              <a:spcPct val="35000"/>
            </a:spcAft>
            <a:buNone/>
          </a:pPr>
          <a:r>
            <a:rPr lang="en-US" sz="1200" kern="1200"/>
            <a:t>o Refinements made in the code to mitigate issues</a:t>
          </a:r>
        </a:p>
      </dsp:txBody>
      <dsp:txXfrm>
        <a:off x="3831731" y="1709209"/>
        <a:ext cx="1554865" cy="932919"/>
      </dsp:txXfrm>
    </dsp:sp>
    <dsp:sp modelId="{78301E49-5B62-4930-88E7-BC62C35D9777}">
      <dsp:nvSpPr>
        <dsp:cNvPr id="0" name=""/>
        <dsp:cNvSpPr/>
      </dsp:nvSpPr>
      <dsp:spPr>
        <a:xfrm>
          <a:off x="1559829" y="3420486"/>
          <a:ext cx="327018" cy="91440"/>
        </a:xfrm>
        <a:custGeom>
          <a:avLst/>
          <a:gdLst/>
          <a:ahLst/>
          <a:cxnLst/>
          <a:rect l="0" t="0" r="0" b="0"/>
          <a:pathLst>
            <a:path>
              <a:moveTo>
                <a:pt x="0" y="45720"/>
              </a:moveTo>
              <a:lnTo>
                <a:pt x="327018"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14398" y="3464417"/>
        <a:ext cx="17880" cy="3579"/>
      </dsp:txXfrm>
    </dsp:sp>
    <dsp:sp modelId="{65B7BDCD-0DC5-4AF4-9C6E-04809C198C58}">
      <dsp:nvSpPr>
        <dsp:cNvPr id="0" name=""/>
        <dsp:cNvSpPr/>
      </dsp:nvSpPr>
      <dsp:spPr>
        <a:xfrm>
          <a:off x="6763" y="2999747"/>
          <a:ext cx="1554865" cy="93291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190" tIns="79974" rIns="76190" bIns="79974" numCol="1" spcCol="1270" anchor="ctr" anchorCtr="0">
          <a:noAutofit/>
        </a:bodyPr>
        <a:lstStyle/>
        <a:p>
          <a:pPr marL="0" lvl="0" indent="0" algn="ctr" defTabSz="533400">
            <a:lnSpc>
              <a:spcPct val="90000"/>
            </a:lnSpc>
            <a:spcBef>
              <a:spcPct val="0"/>
            </a:spcBef>
            <a:spcAft>
              <a:spcPct val="35000"/>
            </a:spcAft>
            <a:buNone/>
          </a:pPr>
          <a:r>
            <a:rPr lang="en-US" sz="1200" kern="1200"/>
            <a:t>o Details of regression testing</a:t>
          </a:r>
        </a:p>
      </dsp:txBody>
      <dsp:txXfrm>
        <a:off x="6763" y="2999747"/>
        <a:ext cx="1554865" cy="932919"/>
      </dsp:txXfrm>
    </dsp:sp>
    <dsp:sp modelId="{D1DA96E3-68FB-4A52-8011-59625A12D433}">
      <dsp:nvSpPr>
        <dsp:cNvPr id="0" name=""/>
        <dsp:cNvSpPr/>
      </dsp:nvSpPr>
      <dsp:spPr>
        <a:xfrm>
          <a:off x="3472313" y="3420486"/>
          <a:ext cx="327018" cy="91440"/>
        </a:xfrm>
        <a:custGeom>
          <a:avLst/>
          <a:gdLst/>
          <a:ahLst/>
          <a:cxnLst/>
          <a:rect l="0" t="0" r="0" b="0"/>
          <a:pathLst>
            <a:path>
              <a:moveTo>
                <a:pt x="0" y="45720"/>
              </a:moveTo>
              <a:lnTo>
                <a:pt x="327018"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6882" y="3464417"/>
        <a:ext cx="17880" cy="3579"/>
      </dsp:txXfrm>
    </dsp:sp>
    <dsp:sp modelId="{3E045438-11AB-4C37-A4B3-4E99C0226DA7}">
      <dsp:nvSpPr>
        <dsp:cNvPr id="0" name=""/>
        <dsp:cNvSpPr/>
      </dsp:nvSpPr>
      <dsp:spPr>
        <a:xfrm>
          <a:off x="1919247" y="2999747"/>
          <a:ext cx="1554865" cy="93291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190" tIns="79974" rIns="76190" bIns="79974" numCol="1" spcCol="1270" anchor="ctr" anchorCtr="0">
          <a:noAutofit/>
        </a:bodyPr>
        <a:lstStyle/>
        <a:p>
          <a:pPr marL="0" lvl="0" indent="0" algn="ctr" defTabSz="533400">
            <a:lnSpc>
              <a:spcPct val="90000"/>
            </a:lnSpc>
            <a:spcBef>
              <a:spcPct val="0"/>
            </a:spcBef>
            <a:spcAft>
              <a:spcPct val="35000"/>
            </a:spcAft>
            <a:buNone/>
          </a:pPr>
          <a:r>
            <a:rPr lang="en-US" sz="1200" kern="1200"/>
            <a:t>o Comparison of manual calculations against program calculations to ensure logic and outputs are correct</a:t>
          </a:r>
        </a:p>
      </dsp:txBody>
      <dsp:txXfrm>
        <a:off x="1919247" y="2999747"/>
        <a:ext cx="1554865" cy="932919"/>
      </dsp:txXfrm>
    </dsp:sp>
    <dsp:sp modelId="{9A33C6F0-33F1-4B04-BAFF-7F5E02A8F587}">
      <dsp:nvSpPr>
        <dsp:cNvPr id="0" name=""/>
        <dsp:cNvSpPr/>
      </dsp:nvSpPr>
      <dsp:spPr>
        <a:xfrm>
          <a:off x="3831731" y="2999747"/>
          <a:ext cx="1554865" cy="93291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190" tIns="79974" rIns="76190" bIns="79974" numCol="1" spcCol="1270" anchor="ctr" anchorCtr="0">
          <a:noAutofit/>
        </a:bodyPr>
        <a:lstStyle/>
        <a:p>
          <a:pPr marL="0" lvl="0" indent="0" algn="ctr" defTabSz="533400">
            <a:lnSpc>
              <a:spcPct val="90000"/>
            </a:lnSpc>
            <a:spcBef>
              <a:spcPct val="0"/>
            </a:spcBef>
            <a:spcAft>
              <a:spcPct val="35000"/>
            </a:spcAft>
            <a:buNone/>
          </a:pPr>
          <a:r>
            <a:rPr lang="en-US" sz="1200" kern="1200"/>
            <a:t>o Testing around boundaries to ensure logic of validation is correct</a:t>
          </a:r>
        </a:p>
      </dsp:txBody>
      <dsp:txXfrm>
        <a:off x="3831731" y="2999747"/>
        <a:ext cx="1554865" cy="93291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574CCF-B565-4A85-8DC0-F7445425B14D}">
      <dsp:nvSpPr>
        <dsp:cNvPr id="0" name=""/>
        <dsp:cNvSpPr/>
      </dsp:nvSpPr>
      <dsp:spPr>
        <a:xfrm>
          <a:off x="0" y="0"/>
          <a:ext cx="755950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781A87-1CDC-4244-A5DF-CC3D5EDA688E}">
      <dsp:nvSpPr>
        <dsp:cNvPr id="0" name=""/>
        <dsp:cNvSpPr/>
      </dsp:nvSpPr>
      <dsp:spPr>
        <a:xfrm>
          <a:off x="0" y="0"/>
          <a:ext cx="7559504" cy="1571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The Student should provide information regarding the development process they followed it may include:</a:t>
          </a:r>
        </a:p>
      </dsp:txBody>
      <dsp:txXfrm>
        <a:off x="0" y="0"/>
        <a:ext cx="7559504" cy="1571324"/>
      </dsp:txXfrm>
    </dsp:sp>
    <dsp:sp modelId="{66F25B19-8D49-4FEB-B393-48EE8D5CC7A8}">
      <dsp:nvSpPr>
        <dsp:cNvPr id="0" name=""/>
        <dsp:cNvSpPr/>
      </dsp:nvSpPr>
      <dsp:spPr>
        <a:xfrm>
          <a:off x="0" y="1571324"/>
          <a:ext cx="7559504" cy="0"/>
        </a:xfrm>
        <a:prstGeom prst="line">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4AAF37-D32C-4215-AFEC-BD06698490AE}">
      <dsp:nvSpPr>
        <dsp:cNvPr id="0" name=""/>
        <dsp:cNvSpPr/>
      </dsp:nvSpPr>
      <dsp:spPr>
        <a:xfrm>
          <a:off x="0" y="1571324"/>
          <a:ext cx="7559504" cy="1571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o a commentary on the changes they have made, and features included in the solution</a:t>
          </a:r>
        </a:p>
      </dsp:txBody>
      <dsp:txXfrm>
        <a:off x="0" y="1571324"/>
        <a:ext cx="7559504" cy="1571324"/>
      </dsp:txXfrm>
    </dsp:sp>
    <dsp:sp modelId="{F52B7415-2E90-4ABB-B75A-4B67EEA8D43C}">
      <dsp:nvSpPr>
        <dsp:cNvPr id="0" name=""/>
        <dsp:cNvSpPr/>
      </dsp:nvSpPr>
      <dsp:spPr>
        <a:xfrm>
          <a:off x="0" y="3142648"/>
          <a:ext cx="7559504" cy="0"/>
        </a:xfrm>
        <a:prstGeom prst="lin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250D4B-82FD-48A9-939D-D77966096384}">
      <dsp:nvSpPr>
        <dsp:cNvPr id="0" name=""/>
        <dsp:cNvSpPr/>
      </dsp:nvSpPr>
      <dsp:spPr>
        <a:xfrm>
          <a:off x="0" y="3142648"/>
          <a:ext cx="7559504" cy="1571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o a </a:t>
          </a:r>
          <a:r>
            <a:rPr lang="en-US" sz="3100" b="1" kern="1200" dirty="0"/>
            <a:t>change log</a:t>
          </a:r>
          <a:r>
            <a:rPr lang="en-US" sz="3100" kern="1200" dirty="0"/>
            <a:t> detailing significant changes at each stage of development</a:t>
          </a:r>
        </a:p>
      </dsp:txBody>
      <dsp:txXfrm>
        <a:off x="0" y="3142648"/>
        <a:ext cx="7559504" cy="1571324"/>
      </dsp:txXfrm>
    </dsp:sp>
    <dsp:sp modelId="{B688C0CE-761A-4529-9FFA-B3DEFE70271B}">
      <dsp:nvSpPr>
        <dsp:cNvPr id="0" name=""/>
        <dsp:cNvSpPr/>
      </dsp:nvSpPr>
      <dsp:spPr>
        <a:xfrm>
          <a:off x="0" y="4713972"/>
          <a:ext cx="7559504"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1B44A6-06A5-4963-9ECB-034FEDEEDD69}">
      <dsp:nvSpPr>
        <dsp:cNvPr id="0" name=""/>
        <dsp:cNvSpPr/>
      </dsp:nvSpPr>
      <dsp:spPr>
        <a:xfrm>
          <a:off x="0" y="4713972"/>
          <a:ext cx="7559504" cy="1571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o information relating to how testing outcomes impacted on changes </a:t>
          </a:r>
          <a:r>
            <a:rPr lang="en-US" sz="3100" kern="1200" dirty="0">
              <a:latin typeface="Calibri Light" panose="020F0302020204030204"/>
            </a:rPr>
            <a:t>made</a:t>
          </a:r>
          <a:endParaRPr lang="en-US" sz="3100" kern="1200" dirty="0"/>
        </a:p>
      </dsp:txBody>
      <dsp:txXfrm>
        <a:off x="0" y="4713972"/>
        <a:ext cx="7559504" cy="157132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8EE6C2-E234-4C03-BED2-AFA062BB3447}">
      <dsp:nvSpPr>
        <dsp:cNvPr id="0" name=""/>
        <dsp:cNvSpPr/>
      </dsp:nvSpPr>
      <dsp:spPr>
        <a:xfrm>
          <a:off x="0" y="586220"/>
          <a:ext cx="7559504" cy="123069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student commentary should provide justification as to why changes were made which may refence:</a:t>
          </a:r>
        </a:p>
      </dsp:txBody>
      <dsp:txXfrm>
        <a:off x="60077" y="646297"/>
        <a:ext cx="7439350" cy="1110539"/>
      </dsp:txXfrm>
    </dsp:sp>
    <dsp:sp modelId="{A99062B1-7D67-4EFD-B19C-4D7EC10F184F}">
      <dsp:nvSpPr>
        <dsp:cNvPr id="0" name=""/>
        <dsp:cNvSpPr/>
      </dsp:nvSpPr>
      <dsp:spPr>
        <a:xfrm>
          <a:off x="0" y="1880274"/>
          <a:ext cx="7559504" cy="1230693"/>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o Outcomes of testing in relation to the needs of</a:t>
          </a:r>
        </a:p>
      </dsp:txBody>
      <dsp:txXfrm>
        <a:off x="60077" y="1940351"/>
        <a:ext cx="7439350" cy="1110539"/>
      </dsp:txXfrm>
    </dsp:sp>
    <dsp:sp modelId="{B86EBB15-09CB-48FF-A587-2A579D54F6E4}">
      <dsp:nvSpPr>
        <dsp:cNvPr id="0" name=""/>
        <dsp:cNvSpPr/>
      </dsp:nvSpPr>
      <dsp:spPr>
        <a:xfrm>
          <a:off x="0" y="3174328"/>
          <a:ext cx="7559504" cy="1230693"/>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o More efficient solutions that came out a result of development and/or further research</a:t>
          </a:r>
        </a:p>
      </dsp:txBody>
      <dsp:txXfrm>
        <a:off x="60077" y="3234405"/>
        <a:ext cx="7439350" cy="1110539"/>
      </dsp:txXfrm>
    </dsp:sp>
    <dsp:sp modelId="{B44869F0-C77E-41F5-9DCB-F62BD6CC986B}">
      <dsp:nvSpPr>
        <dsp:cNvPr id="0" name=""/>
        <dsp:cNvSpPr/>
      </dsp:nvSpPr>
      <dsp:spPr>
        <a:xfrm>
          <a:off x="0" y="4468382"/>
          <a:ext cx="7559504" cy="1230693"/>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o Order in which requirements were dealt with e.g. why V1 focused on a specific functional requirement and other requirements were implemented later, or not implement at all.</a:t>
          </a:r>
        </a:p>
      </dsp:txBody>
      <dsp:txXfrm>
        <a:off x="60077" y="4528459"/>
        <a:ext cx="7439350" cy="111053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1524003" y="1999615"/>
            <a:ext cx="9144000" cy="2764028"/>
          </a:xfrm>
        </p:spPr>
        <p:txBody>
          <a:bodyPr anchor="ctr">
            <a:normAutofit/>
          </a:bodyPr>
          <a:lstStyle/>
          <a:p>
            <a:r>
              <a:rPr lang="en-US" sz="7200">
                <a:cs typeface="Calibri Light"/>
              </a:rPr>
              <a:t>Task 2: Developing the solution</a:t>
            </a:r>
            <a:endParaRPr lang="en-US" sz="7200"/>
          </a:p>
        </p:txBody>
      </p:sp>
      <p:sp>
        <p:nvSpPr>
          <p:cNvPr id="3" name="Subtitle 2"/>
          <p:cNvSpPr>
            <a:spLocks noGrp="1"/>
          </p:cNvSpPr>
          <p:nvPr>
            <p:ph type="subTitle" idx="1"/>
          </p:nvPr>
        </p:nvSpPr>
        <p:spPr>
          <a:xfrm>
            <a:off x="1966912" y="5645150"/>
            <a:ext cx="8258176" cy="631825"/>
          </a:xfrm>
        </p:spPr>
        <p:txBody>
          <a:bodyPr vert="horz" lIns="91440" tIns="45720" rIns="91440" bIns="45720" rtlCol="0" anchor="ctr">
            <a:normAutofit/>
          </a:bodyPr>
          <a:lstStyle/>
          <a:p>
            <a:r>
              <a:rPr lang="en-US" dirty="0">
                <a:cs typeface="Calibri"/>
              </a:rPr>
              <a:t>Y2 L2 </a:t>
            </a:r>
            <a:r>
              <a:rPr lang="en-US">
                <a:cs typeface="Calibri"/>
              </a:rPr>
              <a:t>Tlevels: Examiners reflection and Marking scheme criteria</a:t>
            </a:r>
            <a:endParaRPr lang="en-US"/>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Rectangle 22">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988B950E-7EB9-BACB-1513-68754F3AD16F}"/>
              </a:ext>
            </a:extLst>
          </p:cNvPr>
          <p:cNvSpPr>
            <a:spLocks noGrp="1"/>
          </p:cNvSpPr>
          <p:nvPr>
            <p:ph type="title"/>
          </p:nvPr>
        </p:nvSpPr>
        <p:spPr>
          <a:xfrm>
            <a:off x="3315031" y="1380754"/>
            <a:ext cx="5561938" cy="2513516"/>
          </a:xfrm>
        </p:spPr>
        <p:txBody>
          <a:bodyPr vert="horz" lIns="91440" tIns="45720" rIns="91440" bIns="45720" rtlCol="0" anchor="b">
            <a:normAutofit/>
          </a:bodyPr>
          <a:lstStyle/>
          <a:p>
            <a:pPr algn="ctr"/>
            <a:r>
              <a:rPr lang="en-US" sz="6000" kern="1200">
                <a:solidFill>
                  <a:schemeClr val="tx1"/>
                </a:solidFill>
                <a:latin typeface="+mj-lt"/>
                <a:ea typeface="+mj-ea"/>
                <a:cs typeface="+mj-cs"/>
              </a:rPr>
              <a:t>Examiner's reflection</a:t>
            </a:r>
          </a:p>
        </p:txBody>
      </p:sp>
      <p:sp>
        <p:nvSpPr>
          <p:cNvPr id="25" name="Arc 24">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6" name="Oval 25">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3129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077C6034-1BFB-0916-546F-EBF169784E40}"/>
              </a:ext>
            </a:extLst>
          </p:cNvPr>
          <p:cNvSpPr>
            <a:spLocks noGrp="1"/>
          </p:cNvSpPr>
          <p:nvPr>
            <p:ph type="title"/>
          </p:nvPr>
        </p:nvSpPr>
        <p:spPr>
          <a:xfrm>
            <a:off x="479394" y="1070800"/>
            <a:ext cx="3939688" cy="5583126"/>
          </a:xfrm>
        </p:spPr>
        <p:txBody>
          <a:bodyPr>
            <a:normAutofit/>
          </a:bodyPr>
          <a:lstStyle/>
          <a:p>
            <a:pPr algn="r"/>
            <a:r>
              <a:rPr lang="en-US" sz="6800">
                <a:cs typeface="Calibri Light"/>
              </a:rPr>
              <a:t>Examiner's reflection on: </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638A437-3ACA-7C7F-BDF3-609DEA200CE4}"/>
              </a:ext>
            </a:extLst>
          </p:cNvPr>
          <p:cNvGraphicFramePr>
            <a:graphicFrameLocks noGrp="1"/>
          </p:cNvGraphicFramePr>
          <p:nvPr>
            <p:ph idx="1"/>
            <p:extLst>
              <p:ext uri="{D42A27DB-BD31-4B8C-83A1-F6EECF244321}">
                <p14:modId xmlns:p14="http://schemas.microsoft.com/office/powerpoint/2010/main" val="3975634197"/>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9445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0B25D3-34E1-243C-4588-01D3FCCF78B2}"/>
              </a:ext>
            </a:extLst>
          </p:cNvPr>
          <p:cNvSpPr>
            <a:spLocks noGrp="1"/>
          </p:cNvSpPr>
          <p:nvPr>
            <p:ph type="title"/>
          </p:nvPr>
        </p:nvSpPr>
        <p:spPr>
          <a:xfrm>
            <a:off x="635000" y="640823"/>
            <a:ext cx="3418659" cy="5583148"/>
          </a:xfrm>
        </p:spPr>
        <p:txBody>
          <a:bodyPr anchor="ctr">
            <a:normAutofit/>
          </a:bodyPr>
          <a:lstStyle/>
          <a:p>
            <a:r>
              <a:rPr lang="en-US" sz="5000">
                <a:cs typeface="Calibri Light"/>
              </a:rPr>
              <a:t>Examiner's reflection: Justification</a:t>
            </a:r>
            <a:endParaRPr lang="en-US" sz="50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9DC3D75-81EB-2BB3-80FD-1D00CC14F032}"/>
              </a:ext>
            </a:extLst>
          </p:cNvPr>
          <p:cNvGraphicFramePr>
            <a:graphicFrameLocks noGrp="1"/>
          </p:cNvGraphicFramePr>
          <p:nvPr>
            <p:ph idx="1"/>
            <p:extLst>
              <p:ext uri="{D42A27DB-BD31-4B8C-83A1-F6EECF244321}">
                <p14:modId xmlns:p14="http://schemas.microsoft.com/office/powerpoint/2010/main" val="1139291121"/>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2661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B6A76E-0803-31C6-9767-AD2B74686ACB}"/>
              </a:ext>
            </a:extLst>
          </p:cNvPr>
          <p:cNvSpPr>
            <a:spLocks noGrp="1"/>
          </p:cNvSpPr>
          <p:nvPr>
            <p:ph type="title"/>
          </p:nvPr>
        </p:nvSpPr>
        <p:spPr>
          <a:xfrm>
            <a:off x="635000" y="640823"/>
            <a:ext cx="3418659" cy="5583148"/>
          </a:xfrm>
        </p:spPr>
        <p:txBody>
          <a:bodyPr anchor="ctr">
            <a:normAutofit/>
          </a:bodyPr>
          <a:lstStyle/>
          <a:p>
            <a:r>
              <a:rPr lang="en-US" sz="5000">
                <a:cs typeface="Calibri Light"/>
              </a:rPr>
              <a:t>Examiner's reflection: The legal and regulatory guidelines and standards.</a:t>
            </a:r>
            <a:endParaRPr lang="en-US" sz="50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C6FFC0E-2D90-FCD1-61CB-68F2C0DA4CF5}"/>
              </a:ext>
            </a:extLst>
          </p:cNvPr>
          <p:cNvGraphicFramePr>
            <a:graphicFrameLocks noGrp="1"/>
          </p:cNvGraphicFramePr>
          <p:nvPr>
            <p:ph idx="1"/>
            <p:extLst>
              <p:ext uri="{D42A27DB-BD31-4B8C-83A1-F6EECF244321}">
                <p14:modId xmlns:p14="http://schemas.microsoft.com/office/powerpoint/2010/main" val="445606164"/>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683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F3EF90-25BE-E587-766B-CB9AB8432801}"/>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US" sz="4000" kern="1200">
                <a:solidFill>
                  <a:schemeClr val="tx1"/>
                </a:solidFill>
                <a:latin typeface="+mj-lt"/>
                <a:ea typeface="+mj-ea"/>
                <a:cs typeface="+mj-cs"/>
              </a:rPr>
              <a:t>Examiner's reflection</a:t>
            </a:r>
          </a:p>
        </p:txBody>
      </p:sp>
      <p:sp>
        <p:nvSpPr>
          <p:cNvPr id="14" name="Rectangle 13">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1E40B9E2-A7CA-6DCD-646F-6B65F6B32BB0}"/>
              </a:ext>
            </a:extLst>
          </p:cNvPr>
          <p:cNvSpPr>
            <a:spLocks/>
          </p:cNvSpPr>
          <p:nvPr/>
        </p:nvSpPr>
        <p:spPr>
          <a:xfrm>
            <a:off x="838200" y="1752782"/>
            <a:ext cx="5153302" cy="823196"/>
          </a:xfrm>
          <a:prstGeom prst="rect">
            <a:avLst/>
          </a:prstGeom>
        </p:spPr>
        <p:txBody>
          <a:bodyPr/>
          <a:lstStyle/>
          <a:p>
            <a:pPr defTabSz="905256">
              <a:spcAft>
                <a:spcPts val="600"/>
              </a:spcAft>
            </a:pPr>
            <a:r>
              <a:rPr lang="en-US" sz="1782" kern="1200">
                <a:solidFill>
                  <a:schemeClr val="tx1"/>
                </a:solidFill>
                <a:latin typeface="+mn-lt"/>
                <a:ea typeface="+mn-ea"/>
                <a:cs typeface="Calibri"/>
              </a:rPr>
              <a:t>Very weak example</a:t>
            </a:r>
            <a:endParaRPr lang="en-US">
              <a:cs typeface="Calibri"/>
            </a:endParaRPr>
          </a:p>
        </p:txBody>
      </p:sp>
      <p:sp>
        <p:nvSpPr>
          <p:cNvPr id="3" name="Content Placeholder 2">
            <a:extLst>
              <a:ext uri="{FF2B5EF4-FFF2-40B4-BE49-F238E27FC236}">
                <a16:creationId xmlns:a16="http://schemas.microsoft.com/office/drawing/2014/main" id="{19B6B59F-F089-EBE0-00FF-59280E97AB94}"/>
              </a:ext>
            </a:extLst>
          </p:cNvPr>
          <p:cNvSpPr>
            <a:spLocks/>
          </p:cNvSpPr>
          <p:nvPr/>
        </p:nvSpPr>
        <p:spPr>
          <a:xfrm>
            <a:off x="838200" y="2575978"/>
            <a:ext cx="5153302" cy="3681384"/>
          </a:xfrm>
          <a:prstGeom prst="rect">
            <a:avLst/>
          </a:prstGeom>
        </p:spPr>
        <p:txBody>
          <a:bodyPr vert="horz" lIns="91440" tIns="45720" rIns="91440" bIns="45720" rtlCol="0" anchor="t">
            <a:normAutofit/>
          </a:bodyPr>
          <a:lstStyle/>
          <a:p>
            <a:pPr defTabSz="905256">
              <a:spcAft>
                <a:spcPts val="600"/>
              </a:spcAft>
            </a:pPr>
            <a:r>
              <a:rPr lang="en-US" sz="1782" kern="1200">
                <a:solidFill>
                  <a:schemeClr val="tx1"/>
                </a:solidFill>
                <a:latin typeface="+mn-lt"/>
                <a:ea typeface="+mn-ea"/>
                <a:cs typeface="Calibri"/>
              </a:rPr>
              <a:t>Describes what had taken place</a:t>
            </a:r>
          </a:p>
          <a:p>
            <a:pPr defTabSz="905256">
              <a:spcAft>
                <a:spcPts val="600"/>
              </a:spcAft>
            </a:pPr>
            <a:r>
              <a:rPr lang="en-US" sz="1782" kern="1200">
                <a:solidFill>
                  <a:schemeClr val="tx1"/>
                </a:solidFill>
                <a:latin typeface="+mn-lt"/>
                <a:ea typeface="+mn-ea"/>
                <a:cs typeface="Calibri"/>
              </a:rPr>
              <a:t>No comments in code</a:t>
            </a:r>
          </a:p>
          <a:p>
            <a:pPr defTabSz="905256">
              <a:spcAft>
                <a:spcPts val="600"/>
              </a:spcAft>
            </a:pPr>
            <a:r>
              <a:rPr lang="en-US" sz="1782" kern="1200">
                <a:solidFill>
                  <a:schemeClr val="tx1"/>
                </a:solidFill>
                <a:latin typeface="+mn-lt"/>
                <a:ea typeface="+mn-ea"/>
                <a:cs typeface="Calibri"/>
              </a:rPr>
              <a:t>The code was linear in structure with lots of errors</a:t>
            </a:r>
          </a:p>
          <a:p>
            <a:pPr defTabSz="905256">
              <a:spcAft>
                <a:spcPts val="600"/>
              </a:spcAft>
            </a:pPr>
            <a:r>
              <a:rPr lang="en-US" sz="1782" kern="1200">
                <a:solidFill>
                  <a:schemeClr val="tx1"/>
                </a:solidFill>
                <a:latin typeface="+mn-lt"/>
                <a:ea typeface="+mn-ea"/>
                <a:cs typeface="Calibri"/>
              </a:rPr>
              <a:t>Presented solution was only partially working. </a:t>
            </a:r>
            <a:endParaRPr lang="en-US">
              <a:cs typeface="Calibri"/>
            </a:endParaRPr>
          </a:p>
        </p:txBody>
      </p:sp>
      <p:sp>
        <p:nvSpPr>
          <p:cNvPr id="6" name="Text Placeholder 5">
            <a:extLst>
              <a:ext uri="{FF2B5EF4-FFF2-40B4-BE49-F238E27FC236}">
                <a16:creationId xmlns:a16="http://schemas.microsoft.com/office/drawing/2014/main" id="{4EED76BC-AE51-26F8-0AD4-544F739FB048}"/>
              </a:ext>
            </a:extLst>
          </p:cNvPr>
          <p:cNvSpPr>
            <a:spLocks/>
          </p:cNvSpPr>
          <p:nvPr/>
        </p:nvSpPr>
        <p:spPr>
          <a:xfrm>
            <a:off x="6165975" y="1752782"/>
            <a:ext cx="5178681" cy="823196"/>
          </a:xfrm>
          <a:prstGeom prst="rect">
            <a:avLst/>
          </a:prstGeom>
        </p:spPr>
        <p:txBody>
          <a:bodyPr/>
          <a:lstStyle/>
          <a:p>
            <a:pPr defTabSz="905256">
              <a:spcAft>
                <a:spcPts val="600"/>
              </a:spcAft>
            </a:pPr>
            <a:r>
              <a:rPr lang="en-US" sz="1782" kern="1200">
                <a:solidFill>
                  <a:schemeClr val="tx1"/>
                </a:solidFill>
                <a:latin typeface="+mn-lt"/>
                <a:ea typeface="+mn-ea"/>
                <a:cs typeface="Calibri"/>
              </a:rPr>
              <a:t>Strong example</a:t>
            </a:r>
            <a:endParaRPr lang="en-US"/>
          </a:p>
        </p:txBody>
      </p:sp>
      <p:sp>
        <p:nvSpPr>
          <p:cNvPr id="4" name="Content Placeholder 3">
            <a:extLst>
              <a:ext uri="{FF2B5EF4-FFF2-40B4-BE49-F238E27FC236}">
                <a16:creationId xmlns:a16="http://schemas.microsoft.com/office/drawing/2014/main" id="{A25A3491-34ED-A947-0843-5C370EDA3AA7}"/>
              </a:ext>
            </a:extLst>
          </p:cNvPr>
          <p:cNvSpPr>
            <a:spLocks/>
          </p:cNvSpPr>
          <p:nvPr/>
        </p:nvSpPr>
        <p:spPr>
          <a:xfrm>
            <a:off x="6165975" y="2575978"/>
            <a:ext cx="5178681" cy="3681384"/>
          </a:xfrm>
          <a:prstGeom prst="rect">
            <a:avLst/>
          </a:prstGeom>
        </p:spPr>
        <p:txBody>
          <a:bodyPr vert="horz" lIns="91440" tIns="45720" rIns="91440" bIns="45720" rtlCol="0" anchor="t">
            <a:normAutofit/>
          </a:bodyPr>
          <a:lstStyle/>
          <a:p>
            <a:pPr defTabSz="905256">
              <a:lnSpc>
                <a:spcPct val="90000"/>
              </a:lnSpc>
              <a:spcAft>
                <a:spcPts val="600"/>
              </a:spcAft>
            </a:pPr>
            <a:r>
              <a:rPr lang="en-US" sz="1400" kern="1200" dirty="0">
                <a:latin typeface="+mn-lt"/>
                <a:ea typeface="+mn-ea"/>
                <a:cs typeface="Calibri"/>
              </a:rPr>
              <a:t>Provides clear justifications for approaches taken</a:t>
            </a:r>
          </a:p>
          <a:p>
            <a:pPr defTabSz="905256">
              <a:lnSpc>
                <a:spcPct val="90000"/>
              </a:lnSpc>
              <a:spcAft>
                <a:spcPts val="600"/>
              </a:spcAft>
            </a:pPr>
            <a:r>
              <a:rPr lang="en-US" sz="1400" kern="1200" dirty="0">
                <a:latin typeface="+mn-lt"/>
                <a:ea typeface="+mn-ea"/>
                <a:cs typeface="Calibri"/>
              </a:rPr>
              <a:t>Justifies the decisions by adding comments on the code. Informative commenting, clarifying the purpose and function of complex code segments, making it easier for others to understand, maintain and update the code. </a:t>
            </a:r>
            <a:endParaRPr lang="en-US" sz="1400" kern="1200" dirty="0">
              <a:latin typeface="+mn-lt"/>
              <a:ea typeface="Calibri"/>
              <a:cs typeface="Calibri"/>
            </a:endParaRPr>
          </a:p>
          <a:p>
            <a:pPr defTabSz="905256">
              <a:lnSpc>
                <a:spcPct val="90000"/>
              </a:lnSpc>
              <a:spcAft>
                <a:spcPts val="600"/>
              </a:spcAft>
            </a:pPr>
            <a:r>
              <a:rPr lang="en-US" sz="1400" kern="1200" dirty="0">
                <a:latin typeface="+mn-lt"/>
                <a:ea typeface="+mn-ea"/>
                <a:cs typeface="Calibri"/>
              </a:rPr>
              <a:t>Demonstrates outstanding proficiency in creating a prototype. </a:t>
            </a:r>
            <a:endParaRPr lang="en-US" sz="1400" kern="1200" dirty="0">
              <a:latin typeface="+mn-lt"/>
              <a:ea typeface="Calibri"/>
              <a:cs typeface="Calibri"/>
            </a:endParaRPr>
          </a:p>
          <a:p>
            <a:pPr defTabSz="905256">
              <a:lnSpc>
                <a:spcPct val="90000"/>
              </a:lnSpc>
              <a:spcAft>
                <a:spcPts val="600"/>
              </a:spcAft>
            </a:pPr>
            <a:r>
              <a:rPr lang="en-US" sz="1400" kern="1200" dirty="0">
                <a:latin typeface="+mn-lt"/>
                <a:ea typeface="+mn-ea"/>
                <a:cs typeface="Calibri"/>
              </a:rPr>
              <a:t>Precise use of logic and programming structures and emphasis on code maintainability. </a:t>
            </a:r>
            <a:endParaRPr lang="en-US" sz="1400" kern="1200" dirty="0">
              <a:latin typeface="+mn-lt"/>
              <a:ea typeface="Calibri"/>
              <a:cs typeface="Calibri"/>
            </a:endParaRPr>
          </a:p>
          <a:p>
            <a:pPr defTabSz="905256">
              <a:lnSpc>
                <a:spcPct val="90000"/>
              </a:lnSpc>
              <a:spcAft>
                <a:spcPts val="600"/>
              </a:spcAft>
            </a:pPr>
            <a:r>
              <a:rPr lang="en-US" sz="1400" kern="1200" dirty="0">
                <a:latin typeface="+mn-lt"/>
                <a:ea typeface="+mn-ea"/>
                <a:cs typeface="Calibri"/>
              </a:rPr>
              <a:t>Consistent use of appropriate naming conventions facilitates understanding the code's purpose and functionality. </a:t>
            </a:r>
            <a:endParaRPr lang="en-US" sz="1400" kern="1200" dirty="0">
              <a:latin typeface="+mn-lt"/>
              <a:ea typeface="Calibri"/>
              <a:cs typeface="Calibri"/>
            </a:endParaRPr>
          </a:p>
          <a:p>
            <a:pPr defTabSz="905256">
              <a:lnSpc>
                <a:spcPct val="90000"/>
              </a:lnSpc>
              <a:spcAft>
                <a:spcPts val="600"/>
              </a:spcAft>
            </a:pPr>
            <a:r>
              <a:rPr lang="en-US" sz="1400" kern="1200" dirty="0">
                <a:latin typeface="+mn-lt"/>
                <a:ea typeface="+mn-ea"/>
                <a:cs typeface="Calibri"/>
              </a:rPr>
              <a:t>The logical </a:t>
            </a:r>
            <a:r>
              <a:rPr lang="en-US" sz="1400" kern="1200" dirty="0" err="1">
                <a:latin typeface="+mn-lt"/>
                <a:ea typeface="+mn-ea"/>
                <a:cs typeface="Calibri"/>
              </a:rPr>
              <a:t>organisation</a:t>
            </a:r>
            <a:r>
              <a:rPr lang="en-US" sz="1400" kern="1200" dirty="0">
                <a:latin typeface="+mn-lt"/>
                <a:ea typeface="+mn-ea"/>
                <a:cs typeface="Calibri"/>
              </a:rPr>
              <a:t> of the code makes it easy for 3rd parties to </a:t>
            </a:r>
            <a:r>
              <a:rPr lang="en-US" sz="1400" dirty="0">
                <a:cs typeface="Calibri"/>
              </a:rPr>
              <a:t>navigate</a:t>
            </a:r>
            <a:r>
              <a:rPr lang="en-US" sz="1400" kern="1200" dirty="0">
                <a:latin typeface="+mn-lt"/>
                <a:ea typeface="+mn-ea"/>
                <a:cs typeface="Calibri"/>
              </a:rPr>
              <a:t> and understand the structure and flow of the program. </a:t>
            </a:r>
            <a:endParaRPr lang="en-US" sz="1400" kern="1200" dirty="0">
              <a:latin typeface="+mn-lt"/>
              <a:ea typeface="Calibri"/>
              <a:cs typeface="Calibri"/>
            </a:endParaRPr>
          </a:p>
          <a:p>
            <a:pPr defTabSz="905256">
              <a:lnSpc>
                <a:spcPct val="90000"/>
              </a:lnSpc>
              <a:spcAft>
                <a:spcPts val="600"/>
              </a:spcAft>
            </a:pPr>
            <a:r>
              <a:rPr lang="en-US" sz="1400" kern="1200" dirty="0">
                <a:latin typeface="+mn-lt"/>
                <a:ea typeface="+mn-ea"/>
                <a:cs typeface="Calibri"/>
              </a:rPr>
              <a:t>Shows exceptional competence in software testing, displayed in their selection of tests, ability to identify and rectify problems and effective iterative development process. </a:t>
            </a:r>
            <a:endParaRPr lang="en-US" sz="1400" dirty="0">
              <a:ea typeface="Calibri"/>
              <a:cs typeface="Calibri"/>
            </a:endParaRPr>
          </a:p>
        </p:txBody>
      </p:sp>
    </p:spTree>
    <p:extLst>
      <p:ext uri="{BB962C8B-B14F-4D97-AF65-F5344CB8AC3E}">
        <p14:creationId xmlns:p14="http://schemas.microsoft.com/office/powerpoint/2010/main" val="1472987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6692B97-495E-00A3-B7EF-AC217F7C5684}"/>
              </a:ext>
            </a:extLst>
          </p:cNvPr>
          <p:cNvSpPr>
            <a:spLocks noGrp="1"/>
          </p:cNvSpPr>
          <p:nvPr>
            <p:ph type="title"/>
          </p:nvPr>
        </p:nvSpPr>
        <p:spPr>
          <a:xfrm>
            <a:off x="838200" y="365125"/>
            <a:ext cx="10515600" cy="1325563"/>
          </a:xfrm>
        </p:spPr>
        <p:txBody>
          <a:bodyPr>
            <a:normAutofit/>
          </a:bodyPr>
          <a:lstStyle/>
          <a:p>
            <a:r>
              <a:rPr lang="en-US" dirty="0">
                <a:cs typeface="Calibri Light"/>
              </a:rPr>
              <a:t>Examiner's reflection: Testing</a:t>
            </a:r>
            <a:endParaRPr lang="en-US" dirty="0"/>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01FC2383-4B9A-5CF0-E971-1E67702BA2CF}"/>
              </a:ext>
            </a:extLst>
          </p:cNvPr>
          <p:cNvSpPr>
            <a:spLocks noGrp="1"/>
          </p:cNvSpPr>
          <p:nvPr>
            <p:ph idx="1"/>
          </p:nvPr>
        </p:nvSpPr>
        <p:spPr>
          <a:xfrm>
            <a:off x="838200" y="1825625"/>
            <a:ext cx="10515600" cy="4351338"/>
          </a:xfrm>
        </p:spPr>
        <p:txBody>
          <a:bodyPr vert="horz" lIns="91440" tIns="45720" rIns="91440" bIns="45720" rtlCol="0">
            <a:normAutofit/>
          </a:bodyPr>
          <a:lstStyle/>
          <a:p>
            <a:r>
              <a:rPr lang="en-US" sz="1500">
                <a:cs typeface="Calibri"/>
              </a:rPr>
              <a:t>Shows exceptional competence in software testing, displayed in their selection of tests, ability to identify and rectify problems and effective iterative development process. </a:t>
            </a:r>
          </a:p>
          <a:p>
            <a:r>
              <a:rPr lang="en-US" sz="1500">
                <a:cs typeface="Calibri"/>
              </a:rPr>
              <a:t>Good examples show a thorough understanding of effectively testing the system's inputs, calculations, validations and processes. </a:t>
            </a:r>
          </a:p>
          <a:p>
            <a:pPr marL="0" indent="0">
              <a:buNone/>
            </a:pPr>
            <a:r>
              <a:rPr lang="en-US" sz="1500">
                <a:cs typeface="Calibri"/>
              </a:rPr>
              <a:t>Selection of different types of test data: </a:t>
            </a:r>
          </a:p>
          <a:p>
            <a:r>
              <a:rPr lang="en-US" sz="1500">
                <a:cs typeface="Calibri"/>
              </a:rPr>
              <a:t>normal data, </a:t>
            </a:r>
          </a:p>
          <a:p>
            <a:r>
              <a:rPr lang="en-US" sz="1500">
                <a:cs typeface="Calibri"/>
              </a:rPr>
              <a:t>erroneous data: to check system resilience</a:t>
            </a:r>
          </a:p>
          <a:p>
            <a:r>
              <a:rPr lang="en-US" sz="1500">
                <a:cs typeface="Calibri"/>
              </a:rPr>
              <a:t>error handling capabilities</a:t>
            </a:r>
          </a:p>
          <a:p>
            <a:r>
              <a:rPr lang="en-US" sz="1500">
                <a:cs typeface="Calibri"/>
              </a:rPr>
              <a:t>Extreme data to validate the system's </a:t>
            </a:r>
            <a:r>
              <a:rPr lang="en-US" sz="1500" err="1">
                <a:cs typeface="Calibri"/>
              </a:rPr>
              <a:t>behaviour</a:t>
            </a:r>
            <a:r>
              <a:rPr lang="en-US" sz="1500">
                <a:cs typeface="Calibri"/>
              </a:rPr>
              <a:t> under unusual or stressful situations. </a:t>
            </a:r>
          </a:p>
          <a:p>
            <a:r>
              <a:rPr lang="en-US" sz="1500">
                <a:cs typeface="Calibri"/>
              </a:rPr>
              <a:t>Debugging skills for calculation, ensuring that the application's logic always provides accurate results. </a:t>
            </a:r>
          </a:p>
          <a:p>
            <a:r>
              <a:rPr lang="en-US" sz="1500">
                <a:cs typeface="Calibri"/>
              </a:rPr>
              <a:t>Validation and processes have shown the ability to rectify issues. </a:t>
            </a:r>
          </a:p>
          <a:p>
            <a:r>
              <a:rPr lang="en-US" sz="1500">
                <a:cs typeface="Calibri"/>
              </a:rPr>
              <a:t>Student's testing approach provides evidence of an effective iterative development. Each change has been tested, and the system has been refined based on test results. </a:t>
            </a:r>
          </a:p>
        </p:txBody>
      </p:sp>
    </p:spTree>
    <p:extLst>
      <p:ext uri="{BB962C8B-B14F-4D97-AF65-F5344CB8AC3E}">
        <p14:creationId xmlns:p14="http://schemas.microsoft.com/office/powerpoint/2010/main" val="122443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0D9B64E4-D1BB-C676-185A-941140D69623}"/>
              </a:ext>
            </a:extLst>
          </p:cNvPr>
          <p:cNvSpPr>
            <a:spLocks noGrp="1"/>
          </p:cNvSpPr>
          <p:nvPr>
            <p:ph type="title"/>
          </p:nvPr>
        </p:nvSpPr>
        <p:spPr>
          <a:xfrm>
            <a:off x="3315031" y="1380754"/>
            <a:ext cx="5561938" cy="2513516"/>
          </a:xfrm>
        </p:spPr>
        <p:txBody>
          <a:bodyPr vert="horz" lIns="91440" tIns="45720" rIns="91440" bIns="45720" rtlCol="0" anchor="b">
            <a:normAutofit/>
          </a:bodyPr>
          <a:lstStyle/>
          <a:p>
            <a:pPr algn="ctr"/>
            <a:r>
              <a:rPr lang="en-US" sz="6000" kern="1200">
                <a:solidFill>
                  <a:schemeClr val="tx1"/>
                </a:solidFill>
                <a:latin typeface="+mj-lt"/>
                <a:ea typeface="+mj-ea"/>
                <a:cs typeface="+mj-cs"/>
              </a:rPr>
              <a:t>Marking Scheme</a:t>
            </a:r>
          </a:p>
        </p:txBody>
      </p:sp>
      <p:sp>
        <p:nvSpPr>
          <p:cNvPr id="15" name="Arc 14">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Oval 16">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86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1B0B8F5-09CE-DFE2-516C-C9768DD471AB}"/>
              </a:ext>
            </a:extLst>
          </p:cNvPr>
          <p:cNvSpPr>
            <a:spLocks noGrp="1"/>
          </p:cNvSpPr>
          <p:nvPr>
            <p:ph type="title"/>
          </p:nvPr>
        </p:nvSpPr>
        <p:spPr>
          <a:xfrm>
            <a:off x="838200" y="365125"/>
            <a:ext cx="10515600" cy="1325563"/>
          </a:xfrm>
        </p:spPr>
        <p:txBody>
          <a:bodyPr>
            <a:normAutofit/>
          </a:bodyPr>
          <a:lstStyle/>
          <a:p>
            <a:r>
              <a:rPr lang="en-US" dirty="0">
                <a:cs typeface="Calibri Light"/>
              </a:rPr>
              <a:t>Task 2: Marking criteria: Developing the solution</a:t>
            </a:r>
            <a:endParaRPr lang="en-US"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FB6C2DA-8026-1F35-00A8-BCEF89119B8E}"/>
              </a:ext>
            </a:extLst>
          </p:cNvPr>
          <p:cNvSpPr>
            <a:spLocks noGrp="1"/>
          </p:cNvSpPr>
          <p:nvPr>
            <p:ph idx="1"/>
          </p:nvPr>
        </p:nvSpPr>
        <p:spPr>
          <a:xfrm>
            <a:off x="838200" y="1825625"/>
            <a:ext cx="10515600" cy="4351338"/>
          </a:xfrm>
        </p:spPr>
        <p:txBody>
          <a:bodyPr vert="horz" lIns="91440" tIns="45720" rIns="91440" bIns="45720" rtlCol="0">
            <a:normAutofit/>
          </a:bodyPr>
          <a:lstStyle/>
          <a:p>
            <a:pPr marL="514350" indent="-514350">
              <a:buAutoNum type="arabicPeriod"/>
            </a:pPr>
            <a:r>
              <a:rPr lang="en-US" dirty="0">
                <a:cs typeface="Calibri" panose="020F0502020204030204"/>
              </a:rPr>
              <a:t>Functionality</a:t>
            </a:r>
          </a:p>
          <a:p>
            <a:pPr marL="514350" indent="-514350">
              <a:buAutoNum type="arabicPeriod"/>
            </a:pPr>
            <a:r>
              <a:rPr lang="en-US">
                <a:cs typeface="Calibri" panose="020F0502020204030204"/>
              </a:rPr>
              <a:t>Code organisation</a:t>
            </a:r>
            <a:endParaRPr lang="en-US" dirty="0">
              <a:cs typeface="Calibri" panose="020F0502020204030204"/>
            </a:endParaRPr>
          </a:p>
          <a:p>
            <a:pPr marL="514350" indent="-514350">
              <a:buAutoNum type="arabicPeriod"/>
            </a:pPr>
            <a:r>
              <a:rPr lang="en-US">
                <a:cs typeface="Calibri" panose="020F0502020204030204"/>
              </a:rPr>
              <a:t>User experience consideration</a:t>
            </a:r>
            <a:endParaRPr lang="en-US" dirty="0">
              <a:cs typeface="Calibri" panose="020F0502020204030204"/>
            </a:endParaRPr>
          </a:p>
          <a:p>
            <a:pPr marL="514350" indent="-514350">
              <a:buAutoNum type="arabicPeriod"/>
            </a:pPr>
            <a:r>
              <a:rPr lang="en-US">
                <a:cs typeface="Calibri" panose="020F0502020204030204"/>
              </a:rPr>
              <a:t>Legal and regulatory guidelines and standards (accessibility, compatibility and legal and ethical considerations)</a:t>
            </a:r>
            <a:endParaRPr lang="en-US" dirty="0">
              <a:cs typeface="Calibri" panose="020F0502020204030204"/>
            </a:endParaRPr>
          </a:p>
          <a:p>
            <a:pPr marL="514350" indent="-514350">
              <a:buAutoNum type="arabicPeriod"/>
            </a:pPr>
            <a:r>
              <a:rPr lang="en-US">
                <a:cs typeface="Calibri" panose="020F0502020204030204"/>
              </a:rPr>
              <a:t>Test data</a:t>
            </a:r>
            <a:endParaRPr lang="en-US" dirty="0">
              <a:cs typeface="Calibri" panose="020F0502020204030204"/>
            </a:endParaRPr>
          </a:p>
          <a:p>
            <a:pPr marL="514350" indent="-514350">
              <a:buAutoNum type="arabicPeriod"/>
            </a:pPr>
            <a:r>
              <a:rPr lang="en-US">
                <a:cs typeface="Calibri" panose="020F0502020204030204"/>
              </a:rPr>
              <a:t>Use of testing to inform the iterative development proces</a:t>
            </a:r>
            <a:endParaRPr lang="en-US" dirty="0">
              <a:cs typeface="Calibri" panose="020F0502020204030204"/>
            </a:endParaRPr>
          </a:p>
          <a:p>
            <a:pPr marL="514350" indent="-514350">
              <a:buAutoNum type="arabicPeriod"/>
            </a:pPr>
            <a:r>
              <a:rPr lang="en-US">
                <a:cs typeface="Calibri" panose="020F0502020204030204"/>
              </a:rPr>
              <a:t>Documentation</a:t>
            </a:r>
            <a:endParaRPr lang="en-US" dirty="0">
              <a:cs typeface="Calibri" panose="020F0502020204030204"/>
            </a:endParaRPr>
          </a:p>
          <a:p>
            <a:pPr marL="514350" indent="-514350">
              <a:buAutoNum type="arabicPeriod"/>
            </a:pPr>
            <a:endParaRPr lang="en-US" dirty="0">
              <a:cs typeface="Calibri" panose="020F0502020204030204"/>
            </a:endParaRPr>
          </a:p>
        </p:txBody>
      </p:sp>
    </p:spTree>
    <p:extLst>
      <p:ext uri="{BB962C8B-B14F-4D97-AF65-F5344CB8AC3E}">
        <p14:creationId xmlns:p14="http://schemas.microsoft.com/office/powerpoint/2010/main" val="3579095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F371282-7313-72D4-317A-DE2512A0F454}"/>
              </a:ext>
            </a:extLst>
          </p:cNvPr>
          <p:cNvSpPr>
            <a:spLocks noGrp="1"/>
          </p:cNvSpPr>
          <p:nvPr>
            <p:ph type="title"/>
          </p:nvPr>
        </p:nvSpPr>
        <p:spPr>
          <a:xfrm>
            <a:off x="838200" y="365125"/>
            <a:ext cx="10515600" cy="1325563"/>
          </a:xfrm>
        </p:spPr>
        <p:txBody>
          <a:bodyPr>
            <a:normAutofit/>
          </a:bodyPr>
          <a:lstStyle/>
          <a:p>
            <a:r>
              <a:rPr lang="en-US">
                <a:cs typeface="Calibri Light"/>
              </a:rPr>
              <a:t>Task 2: Functionality</a:t>
            </a: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F7C4B82-5E4C-56A6-850A-F3F2BCAB31E8}"/>
              </a:ext>
            </a:extLst>
          </p:cNvPr>
          <p:cNvSpPr>
            <a:spLocks noGrp="1"/>
          </p:cNvSpPr>
          <p:nvPr>
            <p:ph idx="1"/>
          </p:nvPr>
        </p:nvSpPr>
        <p:spPr>
          <a:xfrm>
            <a:off x="838200" y="1825625"/>
            <a:ext cx="10515600" cy="4351338"/>
          </a:xfrm>
        </p:spPr>
        <p:txBody>
          <a:bodyPr vert="horz" lIns="91440" tIns="45720" rIns="91440" bIns="45720" rtlCol="0" anchor="t">
            <a:normAutofit/>
          </a:bodyPr>
          <a:lstStyle/>
          <a:p>
            <a:pPr>
              <a:buNone/>
            </a:pPr>
            <a:r>
              <a:rPr lang="en-US" sz="2000" dirty="0">
                <a:ea typeface="+mn-lt"/>
                <a:cs typeface="+mn-lt"/>
              </a:rPr>
              <a:t>The program should ensure correct outcomes to meet the needs of Health Advice Group for example:</a:t>
            </a:r>
            <a:endParaRPr lang="en-US" sz="2000" dirty="0"/>
          </a:p>
          <a:p>
            <a:pPr>
              <a:buNone/>
            </a:pPr>
            <a:r>
              <a:rPr lang="en-US" sz="2000" dirty="0">
                <a:ea typeface="+mn-lt"/>
                <a:cs typeface="+mn-lt"/>
              </a:rPr>
              <a:t>● Handing user access e.g. Setting up an account, logging-in, changing password</a:t>
            </a:r>
            <a:endParaRPr lang="en-US" sz="2000" dirty="0"/>
          </a:p>
          <a:p>
            <a:pPr>
              <a:buNone/>
            </a:pPr>
            <a:r>
              <a:rPr lang="en-US" sz="2000" dirty="0">
                <a:ea typeface="+mn-lt"/>
                <a:cs typeface="+mn-lt"/>
              </a:rPr>
              <a:t>● Collection and processing of data e.g. registration, tracking of historic data,</a:t>
            </a:r>
            <a:endParaRPr lang="en-US" sz="2000" dirty="0"/>
          </a:p>
          <a:p>
            <a:pPr>
              <a:buNone/>
            </a:pPr>
            <a:r>
              <a:rPr lang="en-US" sz="2000" dirty="0">
                <a:ea typeface="+mn-lt"/>
                <a:cs typeface="+mn-lt"/>
              </a:rPr>
              <a:t>● Communication/data exchange between different platforms or between front-end and back-end systems e.g. </a:t>
            </a:r>
            <a:endParaRPr lang="en-US" sz="2000" dirty="0"/>
          </a:p>
          <a:p>
            <a:pPr>
              <a:buNone/>
            </a:pPr>
            <a:r>
              <a:rPr lang="en-US" sz="2000" dirty="0">
                <a:ea typeface="+mn-lt"/>
                <a:cs typeface="+mn-lt"/>
              </a:rPr>
              <a:t>API calls to get  data, </a:t>
            </a:r>
            <a:r>
              <a:rPr lang="en-US" sz="2000" dirty="0" err="1">
                <a:ea typeface="+mn-lt"/>
                <a:cs typeface="+mn-lt"/>
              </a:rPr>
              <a:t>analysing</a:t>
            </a:r>
            <a:r>
              <a:rPr lang="en-US" sz="2000" dirty="0">
                <a:ea typeface="+mn-lt"/>
                <a:cs typeface="+mn-lt"/>
              </a:rPr>
              <a:t> user data students make recommendations,</a:t>
            </a:r>
            <a:endParaRPr lang="en-US" sz="2000" dirty="0"/>
          </a:p>
          <a:p>
            <a:pPr>
              <a:buNone/>
            </a:pPr>
            <a:r>
              <a:rPr lang="en-US" sz="2000" dirty="0">
                <a:ea typeface="+mn-lt"/>
                <a:cs typeface="+mn-lt"/>
              </a:rPr>
              <a:t>● Key calculations e.g. BMI, calorie intake, average temperatures, footprint calculator</a:t>
            </a:r>
            <a:endParaRPr lang="en-US" sz="2000" dirty="0"/>
          </a:p>
          <a:p>
            <a:pPr>
              <a:buNone/>
            </a:pPr>
            <a:r>
              <a:rPr lang="en-US" sz="2000" dirty="0">
                <a:ea typeface="+mn-lt"/>
                <a:cs typeface="+mn-lt"/>
              </a:rPr>
              <a:t>● Data filtering and </a:t>
            </a:r>
            <a:r>
              <a:rPr lang="en-US" sz="2000" dirty="0" err="1">
                <a:ea typeface="+mn-lt"/>
                <a:cs typeface="+mn-lt"/>
              </a:rPr>
              <a:t>visualisation</a:t>
            </a:r>
            <a:r>
              <a:rPr lang="en-US" sz="2000" dirty="0">
                <a:ea typeface="+mn-lt"/>
                <a:cs typeface="+mn-lt"/>
              </a:rPr>
              <a:t> e.g. </a:t>
            </a:r>
            <a:r>
              <a:rPr lang="en-US" sz="2000" dirty="0" err="1">
                <a:ea typeface="+mn-lt"/>
                <a:cs typeface="+mn-lt"/>
              </a:rPr>
              <a:t>localisation</a:t>
            </a:r>
            <a:r>
              <a:rPr lang="en-US" sz="2000" dirty="0">
                <a:ea typeface="+mn-lt"/>
                <a:cs typeface="+mn-lt"/>
              </a:rPr>
              <a:t> of information, filtering advice by personal characteristics such as specific  condition</a:t>
            </a:r>
            <a:endParaRPr lang="en-US" sz="2000" dirty="0">
              <a:ea typeface="Calibri"/>
              <a:cs typeface="Calibri"/>
            </a:endParaRPr>
          </a:p>
        </p:txBody>
      </p:sp>
    </p:spTree>
    <p:extLst>
      <p:ext uri="{BB962C8B-B14F-4D97-AF65-F5344CB8AC3E}">
        <p14:creationId xmlns:p14="http://schemas.microsoft.com/office/powerpoint/2010/main" val="277810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3E17859-C5F0-476F-A082-A4CB8841D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4375"/>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E24AA322-86BC-46BC-AB01-086187B72909}"/>
              </a:ext>
            </a:extLst>
          </p:cNvPr>
          <p:cNvSpPr>
            <a:spLocks noGrp="1"/>
          </p:cNvSpPr>
          <p:nvPr>
            <p:ph type="title"/>
          </p:nvPr>
        </p:nvSpPr>
        <p:spPr>
          <a:xfrm>
            <a:off x="838200" y="365125"/>
            <a:ext cx="10515599" cy="1325563"/>
          </a:xfrm>
        </p:spPr>
        <p:txBody>
          <a:bodyPr>
            <a:normAutofit/>
          </a:bodyPr>
          <a:lstStyle/>
          <a:p>
            <a:r>
              <a:rPr lang="en-US">
                <a:cs typeface="Calibri Light"/>
              </a:rPr>
              <a:t>Task 2: User Experience</a:t>
            </a:r>
            <a:endParaRPr lang="en-US"/>
          </a:p>
        </p:txBody>
      </p:sp>
      <p:pic>
        <p:nvPicPr>
          <p:cNvPr id="6" name="Picture 5">
            <a:extLst>
              <a:ext uri="{FF2B5EF4-FFF2-40B4-BE49-F238E27FC236}">
                <a16:creationId xmlns:a16="http://schemas.microsoft.com/office/drawing/2014/main" id="{C262A9B0-C624-0C6A-D82C-A2F724D5F7D9}"/>
              </a:ext>
            </a:extLst>
          </p:cNvPr>
          <p:cNvPicPr>
            <a:picLocks noChangeAspect="1"/>
          </p:cNvPicPr>
          <p:nvPr/>
        </p:nvPicPr>
        <p:blipFill rotWithShape="1">
          <a:blip r:embed="rId2"/>
          <a:srcRect l="27292" r="16451" b="-12"/>
          <a:stretch/>
        </p:blipFill>
        <p:spPr>
          <a:xfrm>
            <a:off x="6848918" y="1771078"/>
            <a:ext cx="4504881" cy="4504881"/>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2"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980527" y="1929807"/>
            <a:ext cx="4556632" cy="455663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00988" y="1969050"/>
            <a:ext cx="666675" cy="6485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B465EBCD-B471-D65C-0EC4-46199B84E146}"/>
              </a:ext>
            </a:extLst>
          </p:cNvPr>
          <p:cNvGraphicFramePr>
            <a:graphicFrameLocks noGrp="1"/>
          </p:cNvGraphicFramePr>
          <p:nvPr>
            <p:ph idx="1"/>
            <p:extLst>
              <p:ext uri="{D42A27DB-BD31-4B8C-83A1-F6EECF244321}">
                <p14:modId xmlns:p14="http://schemas.microsoft.com/office/powerpoint/2010/main" val="4241802194"/>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836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CCF0E196-364A-39F3-3085-FE21784A49A5}"/>
              </a:ext>
            </a:extLst>
          </p:cNvPr>
          <p:cNvSpPr>
            <a:spLocks noGrp="1"/>
          </p:cNvSpPr>
          <p:nvPr>
            <p:ph type="title"/>
          </p:nvPr>
        </p:nvSpPr>
        <p:spPr>
          <a:xfrm rot="16200000">
            <a:off x="-1325880" y="1947672"/>
            <a:ext cx="5961888" cy="2788920"/>
          </a:xfrm>
        </p:spPr>
        <p:txBody>
          <a:bodyPr anchor="ctr">
            <a:normAutofit/>
          </a:bodyPr>
          <a:lstStyle/>
          <a:p>
            <a:r>
              <a:rPr lang="en-US" sz="4800">
                <a:solidFill>
                  <a:schemeClr val="bg1"/>
                </a:solidFill>
                <a:cs typeface="Calibri Light"/>
              </a:rPr>
              <a:t>Task 2: A robust solution</a:t>
            </a:r>
            <a:endParaRPr lang="en-US" sz="4800">
              <a:solidFill>
                <a:schemeClr val="bg1"/>
              </a:solidFill>
            </a:endParaRPr>
          </a:p>
        </p:txBody>
      </p:sp>
      <p:graphicFrame>
        <p:nvGraphicFramePr>
          <p:cNvPr id="5" name="Content Placeholder 2">
            <a:extLst>
              <a:ext uri="{FF2B5EF4-FFF2-40B4-BE49-F238E27FC236}">
                <a16:creationId xmlns:a16="http://schemas.microsoft.com/office/drawing/2014/main" id="{0CB75A20-0E4E-9503-CF22-071EDBC3C5B7}"/>
              </a:ext>
            </a:extLst>
          </p:cNvPr>
          <p:cNvGraphicFramePr>
            <a:graphicFrameLocks noGrp="1"/>
          </p:cNvGraphicFramePr>
          <p:nvPr>
            <p:ph idx="1"/>
            <p:extLst>
              <p:ext uri="{D42A27DB-BD31-4B8C-83A1-F6EECF244321}">
                <p14:modId xmlns:p14="http://schemas.microsoft.com/office/powerpoint/2010/main" val="2851800672"/>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1765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73979CD0-2163-B7BD-1B66-AFBB7FF53B01}"/>
              </a:ext>
            </a:extLst>
          </p:cNvPr>
          <p:cNvSpPr>
            <a:spLocks noGrp="1"/>
          </p:cNvSpPr>
          <p:nvPr>
            <p:ph type="title"/>
          </p:nvPr>
        </p:nvSpPr>
        <p:spPr>
          <a:xfrm rot="16200000">
            <a:off x="-1325880" y="1947672"/>
            <a:ext cx="5961888" cy="2788920"/>
          </a:xfrm>
        </p:spPr>
        <p:txBody>
          <a:bodyPr anchor="ctr">
            <a:normAutofit/>
          </a:bodyPr>
          <a:lstStyle/>
          <a:p>
            <a:r>
              <a:rPr lang="en-US" sz="4800">
                <a:solidFill>
                  <a:schemeClr val="bg1"/>
                </a:solidFill>
                <a:cs typeface="Calibri Light"/>
              </a:rPr>
              <a:t>Task 2: User guidance and error messages</a:t>
            </a:r>
            <a:endParaRPr lang="en-US" sz="4800">
              <a:solidFill>
                <a:schemeClr val="bg1"/>
              </a:solidFill>
            </a:endParaRPr>
          </a:p>
        </p:txBody>
      </p:sp>
      <p:graphicFrame>
        <p:nvGraphicFramePr>
          <p:cNvPr id="5" name="Content Placeholder 2">
            <a:extLst>
              <a:ext uri="{FF2B5EF4-FFF2-40B4-BE49-F238E27FC236}">
                <a16:creationId xmlns:a16="http://schemas.microsoft.com/office/drawing/2014/main" id="{A419FFDF-D8E6-2514-77E0-C17747A5FF01}"/>
              </a:ext>
            </a:extLst>
          </p:cNvPr>
          <p:cNvGraphicFramePr>
            <a:graphicFrameLocks noGrp="1"/>
          </p:cNvGraphicFramePr>
          <p:nvPr>
            <p:ph idx="1"/>
            <p:extLst>
              <p:ext uri="{D42A27DB-BD31-4B8C-83A1-F6EECF244321}">
                <p14:modId xmlns:p14="http://schemas.microsoft.com/office/powerpoint/2010/main" val="4176528165"/>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0228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7B9BF8C9-2626-3576-6297-0B6571842E7F}"/>
              </a:ext>
            </a:extLst>
          </p:cNvPr>
          <p:cNvSpPr>
            <a:spLocks noGrp="1"/>
          </p:cNvSpPr>
          <p:nvPr>
            <p:ph type="title"/>
          </p:nvPr>
        </p:nvSpPr>
        <p:spPr>
          <a:xfrm rot="16200000">
            <a:off x="-1325880" y="1947672"/>
            <a:ext cx="5961888" cy="2788920"/>
          </a:xfrm>
        </p:spPr>
        <p:txBody>
          <a:bodyPr anchor="ctr">
            <a:normAutofit/>
          </a:bodyPr>
          <a:lstStyle/>
          <a:p>
            <a:r>
              <a:rPr lang="en-US" sz="4800">
                <a:solidFill>
                  <a:schemeClr val="bg1"/>
                </a:solidFill>
                <a:cs typeface="Calibri Light"/>
              </a:rPr>
              <a:t>Task 2: Accessibilty</a:t>
            </a:r>
            <a:endParaRPr lang="en-US" sz="4800">
              <a:solidFill>
                <a:schemeClr val="bg1"/>
              </a:solidFill>
            </a:endParaRPr>
          </a:p>
        </p:txBody>
      </p:sp>
      <p:graphicFrame>
        <p:nvGraphicFramePr>
          <p:cNvPr id="5" name="Content Placeholder 2">
            <a:extLst>
              <a:ext uri="{FF2B5EF4-FFF2-40B4-BE49-F238E27FC236}">
                <a16:creationId xmlns:a16="http://schemas.microsoft.com/office/drawing/2014/main" id="{7CFACE01-2FEF-0052-F682-96ADE761A9FE}"/>
              </a:ext>
            </a:extLst>
          </p:cNvPr>
          <p:cNvGraphicFramePr>
            <a:graphicFrameLocks noGrp="1"/>
          </p:cNvGraphicFramePr>
          <p:nvPr>
            <p:ph idx="1"/>
            <p:extLst>
              <p:ext uri="{D42A27DB-BD31-4B8C-83A1-F6EECF244321}">
                <p14:modId xmlns:p14="http://schemas.microsoft.com/office/powerpoint/2010/main" val="2382715574"/>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1983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B7E006C8-58ED-CFEA-59DE-37857D1BE3EF}"/>
              </a:ext>
            </a:extLst>
          </p:cNvPr>
          <p:cNvSpPr>
            <a:spLocks noGrp="1"/>
          </p:cNvSpPr>
          <p:nvPr>
            <p:ph type="title"/>
          </p:nvPr>
        </p:nvSpPr>
        <p:spPr>
          <a:xfrm rot="16200000">
            <a:off x="-1325880" y="1947672"/>
            <a:ext cx="5961888" cy="2788920"/>
          </a:xfrm>
        </p:spPr>
        <p:txBody>
          <a:bodyPr anchor="ctr">
            <a:normAutofit/>
          </a:bodyPr>
          <a:lstStyle/>
          <a:p>
            <a:r>
              <a:rPr lang="en-US" sz="4800">
                <a:solidFill>
                  <a:schemeClr val="bg1"/>
                </a:solidFill>
                <a:cs typeface="Calibri Light"/>
              </a:rPr>
              <a:t>Task 2: Compatibility</a:t>
            </a:r>
            <a:endParaRPr lang="en-US" sz="4800">
              <a:solidFill>
                <a:schemeClr val="bg1"/>
              </a:solidFill>
            </a:endParaRPr>
          </a:p>
        </p:txBody>
      </p:sp>
      <p:graphicFrame>
        <p:nvGraphicFramePr>
          <p:cNvPr id="5" name="Content Placeholder 2">
            <a:extLst>
              <a:ext uri="{FF2B5EF4-FFF2-40B4-BE49-F238E27FC236}">
                <a16:creationId xmlns:a16="http://schemas.microsoft.com/office/drawing/2014/main" id="{10C81ECD-1839-92F8-A107-4E40397E6788}"/>
              </a:ext>
            </a:extLst>
          </p:cNvPr>
          <p:cNvGraphicFramePr>
            <a:graphicFrameLocks noGrp="1"/>
          </p:cNvGraphicFramePr>
          <p:nvPr>
            <p:ph idx="1"/>
            <p:extLst>
              <p:ext uri="{D42A27DB-BD31-4B8C-83A1-F6EECF244321}">
                <p14:modId xmlns:p14="http://schemas.microsoft.com/office/powerpoint/2010/main" val="3996111477"/>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6009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52BB7088-7418-6B00-5FDC-39F9DDF38129}"/>
              </a:ext>
            </a:extLst>
          </p:cNvPr>
          <p:cNvSpPr>
            <a:spLocks noGrp="1"/>
          </p:cNvSpPr>
          <p:nvPr>
            <p:ph type="title"/>
          </p:nvPr>
        </p:nvSpPr>
        <p:spPr>
          <a:xfrm rot="16200000">
            <a:off x="-1325880" y="1947672"/>
            <a:ext cx="5961888" cy="2788920"/>
          </a:xfrm>
        </p:spPr>
        <p:txBody>
          <a:bodyPr anchor="ctr">
            <a:normAutofit/>
          </a:bodyPr>
          <a:lstStyle/>
          <a:p>
            <a:r>
              <a:rPr lang="en-US" sz="4800">
                <a:solidFill>
                  <a:schemeClr val="bg1"/>
                </a:solidFill>
                <a:cs typeface="Calibri Light"/>
              </a:rPr>
              <a:t>Task 2: Legal and ethical considerations</a:t>
            </a:r>
            <a:endParaRPr lang="en-US" sz="4800">
              <a:solidFill>
                <a:schemeClr val="bg1"/>
              </a:solidFill>
            </a:endParaRPr>
          </a:p>
        </p:txBody>
      </p:sp>
      <p:graphicFrame>
        <p:nvGraphicFramePr>
          <p:cNvPr id="5" name="Content Placeholder 2">
            <a:extLst>
              <a:ext uri="{FF2B5EF4-FFF2-40B4-BE49-F238E27FC236}">
                <a16:creationId xmlns:a16="http://schemas.microsoft.com/office/drawing/2014/main" id="{366EA225-8603-31FF-D2B7-ED139C2559ED}"/>
              </a:ext>
            </a:extLst>
          </p:cNvPr>
          <p:cNvGraphicFramePr>
            <a:graphicFrameLocks noGrp="1"/>
          </p:cNvGraphicFramePr>
          <p:nvPr>
            <p:ph idx="1"/>
            <p:extLst>
              <p:ext uri="{D42A27DB-BD31-4B8C-83A1-F6EECF244321}">
                <p14:modId xmlns:p14="http://schemas.microsoft.com/office/powerpoint/2010/main" val="1830776913"/>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09086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27"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AA5465C-C454-CB56-411B-F84EA7895AAC}"/>
              </a:ext>
            </a:extLst>
          </p:cNvPr>
          <p:cNvSpPr>
            <a:spLocks noGrp="1"/>
          </p:cNvSpPr>
          <p:nvPr>
            <p:ph type="title"/>
          </p:nvPr>
        </p:nvSpPr>
        <p:spPr>
          <a:xfrm rot="16200000">
            <a:off x="-1325880" y="1947672"/>
            <a:ext cx="5961888" cy="2788920"/>
          </a:xfrm>
        </p:spPr>
        <p:txBody>
          <a:bodyPr anchor="ctr">
            <a:normAutofit/>
          </a:bodyPr>
          <a:lstStyle/>
          <a:p>
            <a:r>
              <a:rPr lang="en-US" sz="4800">
                <a:solidFill>
                  <a:schemeClr val="bg1"/>
                </a:solidFill>
                <a:cs typeface="Calibri Light"/>
              </a:rPr>
              <a:t>Task 2: Testing&gt; Test Data</a:t>
            </a:r>
            <a:endParaRPr lang="en-US" sz="4800">
              <a:solidFill>
                <a:schemeClr val="bg1"/>
              </a:solidFill>
            </a:endParaRPr>
          </a:p>
        </p:txBody>
      </p:sp>
      <p:graphicFrame>
        <p:nvGraphicFramePr>
          <p:cNvPr id="28" name="Content Placeholder 2">
            <a:extLst>
              <a:ext uri="{FF2B5EF4-FFF2-40B4-BE49-F238E27FC236}">
                <a16:creationId xmlns:a16="http://schemas.microsoft.com/office/drawing/2014/main" id="{B2A49EDE-A54F-267D-3CAC-AF36B0E04F79}"/>
              </a:ext>
            </a:extLst>
          </p:cNvPr>
          <p:cNvGraphicFramePr>
            <a:graphicFrameLocks noGrp="1"/>
          </p:cNvGraphicFramePr>
          <p:nvPr>
            <p:ph idx="1"/>
            <p:extLst>
              <p:ext uri="{D42A27DB-BD31-4B8C-83A1-F6EECF244321}">
                <p14:modId xmlns:p14="http://schemas.microsoft.com/office/powerpoint/2010/main" val="815202868"/>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2362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041B2752-C92A-0BA1-A224-A9530EB32F53}"/>
              </a:ext>
            </a:extLst>
          </p:cNvPr>
          <p:cNvSpPr>
            <a:spLocks noGrp="1"/>
          </p:cNvSpPr>
          <p:nvPr>
            <p:ph type="title"/>
          </p:nvPr>
        </p:nvSpPr>
        <p:spPr>
          <a:xfrm rot="16200000">
            <a:off x="-1325880" y="1947672"/>
            <a:ext cx="5961888" cy="2788920"/>
          </a:xfrm>
        </p:spPr>
        <p:txBody>
          <a:bodyPr anchor="ctr">
            <a:normAutofit/>
          </a:bodyPr>
          <a:lstStyle/>
          <a:p>
            <a:r>
              <a:rPr lang="en-US" sz="4800">
                <a:solidFill>
                  <a:schemeClr val="bg1"/>
                </a:solidFill>
                <a:cs typeface="Calibri Light"/>
              </a:rPr>
              <a:t>Task 2: Use of testing to inform the iterative development process</a:t>
            </a:r>
            <a:endParaRPr lang="en-US" sz="4800">
              <a:solidFill>
                <a:schemeClr val="bg1"/>
              </a:solidFill>
            </a:endParaRPr>
          </a:p>
        </p:txBody>
      </p:sp>
      <p:graphicFrame>
        <p:nvGraphicFramePr>
          <p:cNvPr id="5" name="Content Placeholder 2">
            <a:extLst>
              <a:ext uri="{FF2B5EF4-FFF2-40B4-BE49-F238E27FC236}">
                <a16:creationId xmlns:a16="http://schemas.microsoft.com/office/drawing/2014/main" id="{5BA35AF5-4F24-5F82-3A1E-966EC0138619}"/>
              </a:ext>
            </a:extLst>
          </p:cNvPr>
          <p:cNvGraphicFramePr>
            <a:graphicFrameLocks noGrp="1"/>
          </p:cNvGraphicFramePr>
          <p:nvPr>
            <p:ph idx="1"/>
            <p:extLst>
              <p:ext uri="{D42A27DB-BD31-4B8C-83A1-F6EECF244321}">
                <p14:modId xmlns:p14="http://schemas.microsoft.com/office/powerpoint/2010/main" val="3690623558"/>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0682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07FBDDFD-A9FD-EEF2-61EF-BF3275880E35}"/>
              </a:ext>
            </a:extLst>
          </p:cNvPr>
          <p:cNvSpPr>
            <a:spLocks noGrp="1"/>
          </p:cNvSpPr>
          <p:nvPr>
            <p:ph type="title"/>
          </p:nvPr>
        </p:nvSpPr>
        <p:spPr>
          <a:xfrm>
            <a:off x="838200" y="365125"/>
            <a:ext cx="5393361" cy="1325563"/>
          </a:xfrm>
        </p:spPr>
        <p:txBody>
          <a:bodyPr>
            <a:normAutofit/>
          </a:bodyPr>
          <a:lstStyle/>
          <a:p>
            <a:r>
              <a:rPr lang="en-US">
                <a:cs typeface="Calibri Light"/>
              </a:rPr>
              <a:t>Task 2: The iterative development process</a:t>
            </a:r>
            <a:endParaRPr lang="en-US"/>
          </a:p>
        </p:txBody>
      </p:sp>
      <p:pic>
        <p:nvPicPr>
          <p:cNvPr id="6" name="Picture 5">
            <a:extLst>
              <a:ext uri="{FF2B5EF4-FFF2-40B4-BE49-F238E27FC236}">
                <a16:creationId xmlns:a16="http://schemas.microsoft.com/office/drawing/2014/main" id="{AC7A69AA-7E6F-291F-21E0-99DAEEFEA3E7}"/>
              </a:ext>
            </a:extLst>
          </p:cNvPr>
          <p:cNvPicPr>
            <a:picLocks noChangeAspect="1"/>
          </p:cNvPicPr>
          <p:nvPr/>
        </p:nvPicPr>
        <p:blipFill rotWithShape="1">
          <a:blip r:embed="rId2"/>
          <a:srcRect l="32779" r="7214" b="5"/>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2"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A38FE988-8CC8-1CB9-A778-1F972A6FD0C6}"/>
              </a:ext>
            </a:extLst>
          </p:cNvPr>
          <p:cNvGraphicFramePr>
            <a:graphicFrameLocks noGrp="1"/>
          </p:cNvGraphicFramePr>
          <p:nvPr>
            <p:ph idx="1"/>
            <p:extLst>
              <p:ext uri="{D42A27DB-BD31-4B8C-83A1-F6EECF244321}">
                <p14:modId xmlns:p14="http://schemas.microsoft.com/office/powerpoint/2010/main" val="1777324152"/>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082731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BA094590-64AA-9E83-5AD0-9002C711E5F4}"/>
              </a:ext>
            </a:extLst>
          </p:cNvPr>
          <p:cNvSpPr>
            <a:spLocks noGrp="1"/>
          </p:cNvSpPr>
          <p:nvPr>
            <p:ph type="title"/>
          </p:nvPr>
        </p:nvSpPr>
        <p:spPr>
          <a:xfrm rot="16200000">
            <a:off x="-1325880" y="1947672"/>
            <a:ext cx="5961888" cy="2788920"/>
          </a:xfrm>
        </p:spPr>
        <p:txBody>
          <a:bodyPr anchor="ctr">
            <a:normAutofit/>
          </a:bodyPr>
          <a:lstStyle/>
          <a:p>
            <a:r>
              <a:rPr lang="en-US" sz="4800">
                <a:solidFill>
                  <a:schemeClr val="bg1"/>
                </a:solidFill>
                <a:cs typeface="Calibri Light"/>
              </a:rPr>
              <a:t>Task 2: Documentation:Testing</a:t>
            </a:r>
            <a:endParaRPr lang="en-US" sz="4800">
              <a:solidFill>
                <a:schemeClr val="bg1"/>
              </a:solidFill>
            </a:endParaRPr>
          </a:p>
        </p:txBody>
      </p:sp>
      <p:graphicFrame>
        <p:nvGraphicFramePr>
          <p:cNvPr id="5" name="Content Placeholder 2">
            <a:extLst>
              <a:ext uri="{FF2B5EF4-FFF2-40B4-BE49-F238E27FC236}">
                <a16:creationId xmlns:a16="http://schemas.microsoft.com/office/drawing/2014/main" id="{3FAC7910-5074-F3B9-22A1-7488BEAF2876}"/>
              </a:ext>
            </a:extLst>
          </p:cNvPr>
          <p:cNvGraphicFramePr>
            <a:graphicFrameLocks noGrp="1"/>
          </p:cNvGraphicFramePr>
          <p:nvPr>
            <p:ph idx="1"/>
            <p:extLst>
              <p:ext uri="{D42A27DB-BD31-4B8C-83A1-F6EECF244321}">
                <p14:modId xmlns:p14="http://schemas.microsoft.com/office/powerpoint/2010/main" val="2802693403"/>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4928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92647C58-28F5-9049-B016-5C46D2383DD1}"/>
              </a:ext>
            </a:extLst>
          </p:cNvPr>
          <p:cNvSpPr>
            <a:spLocks noGrp="1"/>
          </p:cNvSpPr>
          <p:nvPr>
            <p:ph type="title"/>
          </p:nvPr>
        </p:nvSpPr>
        <p:spPr>
          <a:xfrm rot="16200000">
            <a:off x="-1325880" y="1947672"/>
            <a:ext cx="5961888" cy="2788920"/>
          </a:xfrm>
        </p:spPr>
        <p:txBody>
          <a:bodyPr anchor="ctr">
            <a:normAutofit/>
          </a:bodyPr>
          <a:lstStyle/>
          <a:p>
            <a:r>
              <a:rPr lang="en-US" sz="4800">
                <a:solidFill>
                  <a:schemeClr val="bg1"/>
                </a:solidFill>
                <a:cs typeface="Calibri Light"/>
              </a:rPr>
              <a:t>Task 2: Documentation: Testing</a:t>
            </a:r>
            <a:endParaRPr lang="en-US" sz="4800">
              <a:solidFill>
                <a:schemeClr val="bg1"/>
              </a:solidFill>
            </a:endParaRPr>
          </a:p>
        </p:txBody>
      </p:sp>
      <p:graphicFrame>
        <p:nvGraphicFramePr>
          <p:cNvPr id="5" name="Content Placeholder 2">
            <a:extLst>
              <a:ext uri="{FF2B5EF4-FFF2-40B4-BE49-F238E27FC236}">
                <a16:creationId xmlns:a16="http://schemas.microsoft.com/office/drawing/2014/main" id="{DB24DB92-A12B-95B2-53B0-313B9324B190}"/>
              </a:ext>
            </a:extLst>
          </p:cNvPr>
          <p:cNvGraphicFramePr>
            <a:graphicFrameLocks noGrp="1"/>
          </p:cNvGraphicFramePr>
          <p:nvPr>
            <p:ph idx="1"/>
            <p:extLst>
              <p:ext uri="{D42A27DB-BD31-4B8C-83A1-F6EECF244321}">
                <p14:modId xmlns:p14="http://schemas.microsoft.com/office/powerpoint/2010/main" val="1697954415"/>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465703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3ac4071-52a5-43c2-867b-5805bb878251" xsi:nil="true"/>
    <lcf76f155ced4ddcb4097134ff3c332f xmlns="763773fb-03c0-4cce-af73-5aa8a63e860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65041AEBCC89F4CA3666641D93D22D1" ma:contentTypeVersion="12" ma:contentTypeDescription="Create a new document." ma:contentTypeScope="" ma:versionID="487f6a5e72a852c63410cb7281c85acf">
  <xsd:schema xmlns:xsd="http://www.w3.org/2001/XMLSchema" xmlns:xs="http://www.w3.org/2001/XMLSchema" xmlns:p="http://schemas.microsoft.com/office/2006/metadata/properties" xmlns:ns2="763773fb-03c0-4cce-af73-5aa8a63e860a" xmlns:ns3="c3ac4071-52a5-43c2-867b-5805bb878251" targetNamespace="http://schemas.microsoft.com/office/2006/metadata/properties" ma:root="true" ma:fieldsID="cb47cf1b70ed6fa1b1627514ad30c773" ns2:_="" ns3:_="">
    <xsd:import namespace="763773fb-03c0-4cce-af73-5aa8a63e860a"/>
    <xsd:import namespace="c3ac4071-52a5-43c2-867b-5805bb87825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3773fb-03c0-4cce-af73-5aa8a63e86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87c8ee4-d1cb-493a-b1c2-7de609d0973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3ac4071-52a5-43c2-867b-5805bb87825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e8232ce-b872-429a-9d37-30e9b7c766e6}" ma:internalName="TaxCatchAll" ma:showField="CatchAllData" ma:web="c3ac4071-52a5-43c2-867b-5805bb87825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0B3A75-A1F8-4CFA-9DEE-6CCF066194C5}">
  <ds:schemaRefs>
    <ds:schemaRef ds:uri="http://schemas.microsoft.com/sharepoint/v3/contenttype/forms"/>
  </ds:schemaRefs>
</ds:datastoreItem>
</file>

<file path=customXml/itemProps2.xml><?xml version="1.0" encoding="utf-8"?>
<ds:datastoreItem xmlns:ds="http://schemas.openxmlformats.org/officeDocument/2006/customXml" ds:itemID="{8BE3FA66-38EB-4543-A452-D3C998E683AE}">
  <ds:schemaRefs>
    <ds:schemaRef ds:uri="http://schemas.microsoft.com/office/2006/metadata/properties"/>
    <ds:schemaRef ds:uri="http://schemas.microsoft.com/office/infopath/2007/PartnerControls"/>
    <ds:schemaRef ds:uri="00362cda-6adc-4895-88ac-0f6f1859ce44"/>
    <ds:schemaRef ds:uri="97c2714c-dfe7-4edf-8bb2-0907544a2e06"/>
  </ds:schemaRefs>
</ds:datastoreItem>
</file>

<file path=customXml/itemProps3.xml><?xml version="1.0" encoding="utf-8"?>
<ds:datastoreItem xmlns:ds="http://schemas.openxmlformats.org/officeDocument/2006/customXml" ds:itemID="{5701C7E7-AC3A-407C-BFFE-FAD60AD6E3EC}"/>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Task 2: Developing the solution</vt:lpstr>
      <vt:lpstr>Examiner's reflection</vt:lpstr>
      <vt:lpstr>Examiner's reflection on: </vt:lpstr>
      <vt:lpstr>Examiner's reflection: Justification</vt:lpstr>
      <vt:lpstr>Examiner's reflection: The legal and regulatory guidelines and standards.</vt:lpstr>
      <vt:lpstr>Examiner's reflection</vt:lpstr>
      <vt:lpstr>Examiner's reflection: Testing</vt:lpstr>
      <vt:lpstr>Marking Scheme</vt:lpstr>
      <vt:lpstr>Task 2: Marking criteria: Developing the solution</vt:lpstr>
      <vt:lpstr>Task 2: Functionality</vt:lpstr>
      <vt:lpstr>Task 2: User Experience</vt:lpstr>
      <vt:lpstr>Task 2: A robust solution</vt:lpstr>
      <vt:lpstr>Task 2: User guidance and error messages</vt:lpstr>
      <vt:lpstr>Task 2: Accessibilty</vt:lpstr>
      <vt:lpstr>Task 2: Compatibility</vt:lpstr>
      <vt:lpstr>Task 2: Legal and ethical considerations</vt:lpstr>
      <vt:lpstr>Task 2: Testing&gt; Test Data</vt:lpstr>
      <vt:lpstr>Task 2: Use of testing to inform the iterative development process</vt:lpstr>
      <vt:lpstr>Task 2: The iterative development process</vt:lpstr>
      <vt:lpstr>Task 2: Documentation:Testing</vt:lpstr>
      <vt:lpstr>Task 2: Documentation: Testing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397</cp:revision>
  <dcterms:created xsi:type="dcterms:W3CDTF">2023-12-07T09:19:31Z</dcterms:created>
  <dcterms:modified xsi:type="dcterms:W3CDTF">2025-12-08T09:51:36Z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0x010100A65041AEBCC89F4CA3666641D93D22D1</vt:lpwstr>
  </property>
  <property fmtid="{D5CDD505-2E9C-101B-9397-08002B2CF9AE}" pid="3" name="MediaServiceImageTags">
    <vt:lpwstr/>
  </property>
</Properties>
</file>